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9" r:id="rId2"/>
    <p:sldMasterId id="2147483657" r:id="rId3"/>
    <p:sldMasterId id="2147483653" r:id="rId4"/>
  </p:sldMasterIdLst>
  <p:notesMasterIdLst>
    <p:notesMasterId r:id="rId6"/>
  </p:notesMasterIdLst>
  <p:handoutMasterIdLst>
    <p:handoutMasterId r:id="rId7"/>
  </p:handoutMasterIdLst>
  <p:sldIdLst>
    <p:sldId id="257" r:id="rId5"/>
  </p:sldIdLst>
  <p:sldSz cx="33375600" cy="18745200"/>
  <p:notesSz cx="6858000" cy="9144000"/>
  <p:defaultTextStyle>
    <a:defPPr>
      <a:defRPr lang="en-US"/>
    </a:defPPr>
    <a:lvl1pPr marL="0" algn="l" defTabSz="2859055" rtl="0" eaLnBrk="1" latinLnBrk="0" hangingPunct="1">
      <a:defRPr sz="5586" kern="1200">
        <a:solidFill>
          <a:schemeClr val="tx1"/>
        </a:solidFill>
        <a:latin typeface="+mn-lt"/>
        <a:ea typeface="+mn-ea"/>
        <a:cs typeface="+mn-cs"/>
      </a:defRPr>
    </a:lvl1pPr>
    <a:lvl2pPr marL="1429528" algn="l" defTabSz="2859055" rtl="0" eaLnBrk="1" latinLnBrk="0" hangingPunct="1">
      <a:defRPr sz="5586" kern="1200">
        <a:solidFill>
          <a:schemeClr val="tx1"/>
        </a:solidFill>
        <a:latin typeface="+mn-lt"/>
        <a:ea typeface="+mn-ea"/>
        <a:cs typeface="+mn-cs"/>
      </a:defRPr>
    </a:lvl2pPr>
    <a:lvl3pPr marL="2859055" algn="l" defTabSz="2859055" rtl="0" eaLnBrk="1" latinLnBrk="0" hangingPunct="1">
      <a:defRPr sz="5586" kern="1200">
        <a:solidFill>
          <a:schemeClr val="tx1"/>
        </a:solidFill>
        <a:latin typeface="+mn-lt"/>
        <a:ea typeface="+mn-ea"/>
        <a:cs typeface="+mn-cs"/>
      </a:defRPr>
    </a:lvl3pPr>
    <a:lvl4pPr marL="4288583" algn="l" defTabSz="2859055" rtl="0" eaLnBrk="1" latinLnBrk="0" hangingPunct="1">
      <a:defRPr sz="5586" kern="1200">
        <a:solidFill>
          <a:schemeClr val="tx1"/>
        </a:solidFill>
        <a:latin typeface="+mn-lt"/>
        <a:ea typeface="+mn-ea"/>
        <a:cs typeface="+mn-cs"/>
      </a:defRPr>
    </a:lvl4pPr>
    <a:lvl5pPr marL="5718110" algn="l" defTabSz="2859055" rtl="0" eaLnBrk="1" latinLnBrk="0" hangingPunct="1">
      <a:defRPr sz="5586" kern="1200">
        <a:solidFill>
          <a:schemeClr val="tx1"/>
        </a:solidFill>
        <a:latin typeface="+mn-lt"/>
        <a:ea typeface="+mn-ea"/>
        <a:cs typeface="+mn-cs"/>
      </a:defRPr>
    </a:lvl5pPr>
    <a:lvl6pPr marL="7147638" algn="l" defTabSz="2859055" rtl="0" eaLnBrk="1" latinLnBrk="0" hangingPunct="1">
      <a:defRPr sz="5586" kern="1200">
        <a:solidFill>
          <a:schemeClr val="tx1"/>
        </a:solidFill>
        <a:latin typeface="+mn-lt"/>
        <a:ea typeface="+mn-ea"/>
        <a:cs typeface="+mn-cs"/>
      </a:defRPr>
    </a:lvl6pPr>
    <a:lvl7pPr marL="8577166" algn="l" defTabSz="2859055" rtl="0" eaLnBrk="1" latinLnBrk="0" hangingPunct="1">
      <a:defRPr sz="5586" kern="1200">
        <a:solidFill>
          <a:schemeClr val="tx1"/>
        </a:solidFill>
        <a:latin typeface="+mn-lt"/>
        <a:ea typeface="+mn-ea"/>
        <a:cs typeface="+mn-cs"/>
      </a:defRPr>
    </a:lvl7pPr>
    <a:lvl8pPr marL="10006693" algn="l" defTabSz="2859055" rtl="0" eaLnBrk="1" latinLnBrk="0" hangingPunct="1">
      <a:defRPr sz="5586" kern="1200">
        <a:solidFill>
          <a:schemeClr val="tx1"/>
        </a:solidFill>
        <a:latin typeface="+mn-lt"/>
        <a:ea typeface="+mn-ea"/>
        <a:cs typeface="+mn-cs"/>
      </a:defRPr>
    </a:lvl8pPr>
    <a:lvl9pPr marL="11436221" algn="l" defTabSz="2859055" rtl="0" eaLnBrk="1" latinLnBrk="0" hangingPunct="1">
      <a:defRPr sz="558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89" userDrawn="1">
          <p15:clr>
            <a:srgbClr val="A4A3A4"/>
          </p15:clr>
        </p15:guide>
        <p15:guide id="2" orient="horz" pos="164" userDrawn="1">
          <p15:clr>
            <a:srgbClr val="A4A3A4"/>
          </p15:clr>
        </p15:guide>
        <p15:guide id="3" orient="horz" pos="11480" userDrawn="1">
          <p15:clr>
            <a:srgbClr val="A4A3A4"/>
          </p15:clr>
        </p15:guide>
        <p15:guide id="4" orient="horz" pos="27" userDrawn="1">
          <p15:clr>
            <a:srgbClr val="A4A3A4"/>
          </p15:clr>
        </p15:guide>
        <p15:guide id="5" pos="441" userDrawn="1">
          <p15:clr>
            <a:srgbClr val="A4A3A4"/>
          </p15:clr>
        </p15:guide>
        <p15:guide id="6" pos="205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a:srgbClr val="E3E9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61" autoAdjust="0"/>
    <p:restoredTop sz="94706" autoAdjust="0"/>
  </p:normalViewPr>
  <p:slideViewPr>
    <p:cSldViewPr snapToGrid="0" snapToObjects="1" showGuides="1">
      <p:cViewPr varScale="1">
        <p:scale>
          <a:sx n="46" d="100"/>
          <a:sy n="46" d="100"/>
        </p:scale>
        <p:origin x="1072" y="208"/>
      </p:cViewPr>
      <p:guideLst>
        <p:guide orient="horz" pos="1889"/>
        <p:guide orient="horz" pos="164"/>
        <p:guide orient="horz" pos="11480"/>
        <p:guide orient="horz" pos="27"/>
        <p:guide pos="441"/>
        <p:guide pos="205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80" d="100"/>
          <a:sy n="80" d="100"/>
        </p:scale>
        <p:origin x="257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ommentAuthors" Target="commentAuthors.xml"/><Relationship Id="rId3" Type="http://schemas.openxmlformats.org/officeDocument/2006/relationships/slideMaster" Target="slideMasters/slideMaster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87B717E-17DC-4276-BCDC-C73550588E55}" type="slidenum">
              <a:rPr lang="en-US" smtClean="0"/>
              <a:t>‹#›</a:t>
            </a:fld>
            <a:endParaRPr lang="en-US"/>
          </a:p>
        </p:txBody>
      </p:sp>
    </p:spTree>
    <p:extLst>
      <p:ext uri="{BB962C8B-B14F-4D97-AF65-F5344CB8AC3E}">
        <p14:creationId xmlns:p14="http://schemas.microsoft.com/office/powerpoint/2010/main" val="17080589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4/27/25</a:t>
            </a:fld>
            <a:endParaRPr lang="en-US" dirty="0"/>
          </a:p>
        </p:txBody>
      </p:sp>
      <p:sp>
        <p:nvSpPr>
          <p:cNvPr id="4" name="Slide Image Placeholder 3"/>
          <p:cNvSpPr>
            <a:spLocks noGrp="1" noRot="1" noChangeAspect="1"/>
          </p:cNvSpPr>
          <p:nvPr>
            <p:ph type="sldImg" idx="2"/>
          </p:nvPr>
        </p:nvSpPr>
        <p:spPr>
          <a:xfrm>
            <a:off x="377825" y="685800"/>
            <a:ext cx="610235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46657063"/>
      </p:ext>
    </p:extLst>
  </p:cSld>
  <p:clrMap bg1="lt1" tx1="dk1" bg2="lt2" tx2="dk2" accent1="accent1" accent2="accent2" accent3="accent3" accent4="accent4" accent5="accent5" accent6="accent6" hlink="hlink" folHlink="folHlink"/>
  <p:notesStyle>
    <a:lvl1pPr marL="0" algn="l" defTabSz="2859055" rtl="0" eaLnBrk="1" latinLnBrk="0" hangingPunct="1">
      <a:defRPr sz="3762" kern="1200">
        <a:solidFill>
          <a:schemeClr val="tx1"/>
        </a:solidFill>
        <a:latin typeface="+mn-lt"/>
        <a:ea typeface="+mn-ea"/>
        <a:cs typeface="+mn-cs"/>
      </a:defRPr>
    </a:lvl1pPr>
    <a:lvl2pPr marL="1429528" algn="l" defTabSz="2859055" rtl="0" eaLnBrk="1" latinLnBrk="0" hangingPunct="1">
      <a:defRPr sz="3762" kern="1200">
        <a:solidFill>
          <a:schemeClr val="tx1"/>
        </a:solidFill>
        <a:latin typeface="+mn-lt"/>
        <a:ea typeface="+mn-ea"/>
        <a:cs typeface="+mn-cs"/>
      </a:defRPr>
    </a:lvl2pPr>
    <a:lvl3pPr marL="2859055" algn="l" defTabSz="2859055" rtl="0" eaLnBrk="1" latinLnBrk="0" hangingPunct="1">
      <a:defRPr sz="3762" kern="1200">
        <a:solidFill>
          <a:schemeClr val="tx1"/>
        </a:solidFill>
        <a:latin typeface="+mn-lt"/>
        <a:ea typeface="+mn-ea"/>
        <a:cs typeface="+mn-cs"/>
      </a:defRPr>
    </a:lvl3pPr>
    <a:lvl4pPr marL="4288583" algn="l" defTabSz="2859055" rtl="0" eaLnBrk="1" latinLnBrk="0" hangingPunct="1">
      <a:defRPr sz="3762" kern="1200">
        <a:solidFill>
          <a:schemeClr val="tx1"/>
        </a:solidFill>
        <a:latin typeface="+mn-lt"/>
        <a:ea typeface="+mn-ea"/>
        <a:cs typeface="+mn-cs"/>
      </a:defRPr>
    </a:lvl4pPr>
    <a:lvl5pPr marL="5718110" algn="l" defTabSz="2859055" rtl="0" eaLnBrk="1" latinLnBrk="0" hangingPunct="1">
      <a:defRPr sz="3762" kern="1200">
        <a:solidFill>
          <a:schemeClr val="tx1"/>
        </a:solidFill>
        <a:latin typeface="+mn-lt"/>
        <a:ea typeface="+mn-ea"/>
        <a:cs typeface="+mn-cs"/>
      </a:defRPr>
    </a:lvl5pPr>
    <a:lvl6pPr marL="7147638" algn="l" defTabSz="2859055" rtl="0" eaLnBrk="1" latinLnBrk="0" hangingPunct="1">
      <a:defRPr sz="3762" kern="1200">
        <a:solidFill>
          <a:schemeClr val="tx1"/>
        </a:solidFill>
        <a:latin typeface="+mn-lt"/>
        <a:ea typeface="+mn-ea"/>
        <a:cs typeface="+mn-cs"/>
      </a:defRPr>
    </a:lvl6pPr>
    <a:lvl7pPr marL="8577166" algn="l" defTabSz="2859055" rtl="0" eaLnBrk="1" latinLnBrk="0" hangingPunct="1">
      <a:defRPr sz="3762" kern="1200">
        <a:solidFill>
          <a:schemeClr val="tx1"/>
        </a:solidFill>
        <a:latin typeface="+mn-lt"/>
        <a:ea typeface="+mn-ea"/>
        <a:cs typeface="+mn-cs"/>
      </a:defRPr>
    </a:lvl7pPr>
    <a:lvl8pPr marL="10006693" algn="l" defTabSz="2859055" rtl="0" eaLnBrk="1" latinLnBrk="0" hangingPunct="1">
      <a:defRPr sz="3762" kern="1200">
        <a:solidFill>
          <a:schemeClr val="tx1"/>
        </a:solidFill>
        <a:latin typeface="+mn-lt"/>
        <a:ea typeface="+mn-ea"/>
        <a:cs typeface="+mn-cs"/>
      </a:defRPr>
    </a:lvl8pPr>
    <a:lvl9pPr marL="11436221" algn="l" defTabSz="2859055" rtl="0" eaLnBrk="1" latinLnBrk="0" hangingPunct="1">
      <a:defRPr sz="3762"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4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87557" y="3488601"/>
            <a:ext cx="7647368"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701361" y="3004899"/>
            <a:ext cx="7641332"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701361" y="8266106"/>
            <a:ext cx="76425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8811074" y="3488601"/>
            <a:ext cx="764133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8811073" y="3004899"/>
            <a:ext cx="7641332"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6925613" y="3488601"/>
            <a:ext cx="764133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6919575" y="3004899"/>
            <a:ext cx="7648575"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5034114" y="3004899"/>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5034114" y="3488601"/>
            <a:ext cx="7639920"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5034114" y="8300400"/>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5032202" y="8825866"/>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5034114" y="14795861"/>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5032202" y="15298185"/>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87557" y="8768643"/>
            <a:ext cx="7647368"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4455875" y="1227916"/>
            <a:ext cx="24463852" cy="778162"/>
          </a:xfrm>
          <a:prstGeom prst="rect">
            <a:avLst/>
          </a:prstGeom>
        </p:spPr>
        <p:txBody>
          <a:bodyPr anchor="t" anchorCtr="0">
            <a:spAutoFit/>
          </a:bodyPr>
          <a:lstStyle>
            <a:lvl1pPr marL="0" indent="0" algn="ctr">
              <a:buFontTx/>
              <a:buNone/>
              <a:defRPr sz="4373">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authors</a:t>
            </a:r>
          </a:p>
        </p:txBody>
      </p:sp>
      <p:sp>
        <p:nvSpPr>
          <p:cNvPr id="77" name="Text Placeholder 76"/>
          <p:cNvSpPr>
            <a:spLocks noGrp="1"/>
          </p:cNvSpPr>
          <p:nvPr>
            <p:ph type="body" sz="quarter" idx="184" hasCustomPrompt="1"/>
          </p:nvPr>
        </p:nvSpPr>
        <p:spPr>
          <a:xfrm>
            <a:off x="4455875" y="1909234"/>
            <a:ext cx="24463852" cy="628679"/>
          </a:xfrm>
          <a:prstGeom prst="rect">
            <a:avLst/>
          </a:prstGeom>
        </p:spPr>
        <p:txBody>
          <a:bodyPr anchor="t" anchorCtr="0">
            <a:spAutoFit/>
          </a:bodyPr>
          <a:lstStyle>
            <a:lvl1pPr marL="0" indent="0" algn="ctr">
              <a:buFontTx/>
              <a:buNone/>
              <a:defRPr sz="3402">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affiliations</a:t>
            </a:r>
          </a:p>
        </p:txBody>
      </p:sp>
      <p:sp>
        <p:nvSpPr>
          <p:cNvPr id="78" name="Text Placeholder 76"/>
          <p:cNvSpPr>
            <a:spLocks noGrp="1"/>
          </p:cNvSpPr>
          <p:nvPr>
            <p:ph type="body" sz="quarter" idx="185" hasCustomPrompt="1"/>
          </p:nvPr>
        </p:nvSpPr>
        <p:spPr>
          <a:xfrm>
            <a:off x="4455875" y="264662"/>
            <a:ext cx="24463852" cy="1002497"/>
          </a:xfrm>
          <a:prstGeom prst="rect">
            <a:avLst/>
          </a:prstGeom>
        </p:spPr>
        <p:txBody>
          <a:bodyPr anchor="t" anchorCtr="0">
            <a:spAutoFit/>
          </a:bodyPr>
          <a:lstStyle>
            <a:lvl1pPr marL="0" indent="0" algn="ctr">
              <a:buFontTx/>
              <a:buNone/>
              <a:defRPr sz="5831" b="1">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ithout Quick Guide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87557" y="3488601"/>
            <a:ext cx="7647368"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701361" y="3004899"/>
            <a:ext cx="7641332"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701361" y="8266106"/>
            <a:ext cx="76425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OBJECTIVES</a:t>
            </a:r>
          </a:p>
        </p:txBody>
      </p:sp>
      <p:sp>
        <p:nvSpPr>
          <p:cNvPr id="21" name="Text Placeholder 3"/>
          <p:cNvSpPr>
            <a:spLocks noGrp="1"/>
          </p:cNvSpPr>
          <p:nvPr>
            <p:ph type="body" sz="quarter" idx="21" hasCustomPrompt="1"/>
          </p:nvPr>
        </p:nvSpPr>
        <p:spPr>
          <a:xfrm>
            <a:off x="8811074" y="3488601"/>
            <a:ext cx="764133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8811073" y="3004899"/>
            <a:ext cx="7641332"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16925613" y="3488601"/>
            <a:ext cx="764133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6919575" y="3004899"/>
            <a:ext cx="7648575"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RESULTS</a:t>
            </a:r>
          </a:p>
        </p:txBody>
      </p:sp>
      <p:sp>
        <p:nvSpPr>
          <p:cNvPr id="25" name="Text Placeholder 5"/>
          <p:cNvSpPr>
            <a:spLocks noGrp="1"/>
          </p:cNvSpPr>
          <p:nvPr>
            <p:ph type="body" sz="quarter" idx="25" hasCustomPrompt="1"/>
          </p:nvPr>
        </p:nvSpPr>
        <p:spPr>
          <a:xfrm>
            <a:off x="25034114" y="3004899"/>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25034114" y="3488601"/>
            <a:ext cx="7639920"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5034114" y="8300400"/>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25032202" y="8825866"/>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5034114" y="14795861"/>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25032202" y="15298185"/>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687557" y="8768643"/>
            <a:ext cx="7647368"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4455875" y="1227916"/>
            <a:ext cx="24463852" cy="778162"/>
          </a:xfrm>
          <a:prstGeom prst="rect">
            <a:avLst/>
          </a:prstGeom>
        </p:spPr>
        <p:txBody>
          <a:bodyPr anchor="t" anchorCtr="0">
            <a:spAutoFit/>
          </a:bodyPr>
          <a:lstStyle>
            <a:lvl1pPr marL="0" indent="0" algn="ctr">
              <a:buFontTx/>
              <a:buNone/>
              <a:defRPr sz="4373">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authors</a:t>
            </a:r>
          </a:p>
        </p:txBody>
      </p:sp>
      <p:sp>
        <p:nvSpPr>
          <p:cNvPr id="77" name="Text Placeholder 76"/>
          <p:cNvSpPr>
            <a:spLocks noGrp="1"/>
          </p:cNvSpPr>
          <p:nvPr>
            <p:ph type="body" sz="quarter" idx="184" hasCustomPrompt="1"/>
          </p:nvPr>
        </p:nvSpPr>
        <p:spPr>
          <a:xfrm>
            <a:off x="4455875" y="1909234"/>
            <a:ext cx="24463852" cy="628679"/>
          </a:xfrm>
          <a:prstGeom prst="rect">
            <a:avLst/>
          </a:prstGeom>
        </p:spPr>
        <p:txBody>
          <a:bodyPr anchor="t" anchorCtr="0">
            <a:spAutoFit/>
          </a:bodyPr>
          <a:lstStyle>
            <a:lvl1pPr marL="0" indent="0" algn="ctr">
              <a:buFontTx/>
              <a:buNone/>
              <a:defRPr sz="3402">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affiliations</a:t>
            </a:r>
          </a:p>
        </p:txBody>
      </p:sp>
      <p:sp>
        <p:nvSpPr>
          <p:cNvPr id="78" name="Text Placeholder 76"/>
          <p:cNvSpPr>
            <a:spLocks noGrp="1"/>
          </p:cNvSpPr>
          <p:nvPr>
            <p:ph type="body" sz="quarter" idx="185" hasCustomPrompt="1"/>
          </p:nvPr>
        </p:nvSpPr>
        <p:spPr>
          <a:xfrm>
            <a:off x="4455875" y="264662"/>
            <a:ext cx="24463852" cy="1002497"/>
          </a:xfrm>
          <a:prstGeom prst="rect">
            <a:avLst/>
          </a:prstGeom>
        </p:spPr>
        <p:txBody>
          <a:bodyPr anchor="t" anchorCtr="0">
            <a:spAutoFit/>
          </a:bodyPr>
          <a:lstStyle>
            <a:lvl1pPr marL="0" indent="0" algn="ctr">
              <a:buFontTx/>
              <a:buNone/>
              <a:defRPr sz="5831" b="1">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title</a:t>
            </a:r>
          </a:p>
        </p:txBody>
      </p:sp>
    </p:spTree>
    <p:extLst>
      <p:ext uri="{BB962C8B-B14F-4D97-AF65-F5344CB8AC3E}">
        <p14:creationId xmlns:p14="http://schemas.microsoft.com/office/powerpoint/2010/main" val="72325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ndard 3 columns">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87559" y="3488601"/>
            <a:ext cx="10335033"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701362" y="2986277"/>
            <a:ext cx="10321232"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701362" y="10290687"/>
            <a:ext cx="10336240"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0" name="Text Placeholder 5"/>
          <p:cNvSpPr>
            <a:spLocks noGrp="1"/>
          </p:cNvSpPr>
          <p:nvPr>
            <p:ph type="body" sz="quarter" idx="20" hasCustomPrompt="1"/>
          </p:nvPr>
        </p:nvSpPr>
        <p:spPr>
          <a:xfrm>
            <a:off x="716373" y="9806646"/>
            <a:ext cx="1032123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11523563" y="12224090"/>
            <a:ext cx="1032002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523563" y="11703143"/>
            <a:ext cx="10320021"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MATERIALS &amp; METHODS</a:t>
            </a:r>
          </a:p>
        </p:txBody>
      </p:sp>
      <p:sp>
        <p:nvSpPr>
          <p:cNvPr id="23" name="Text Placeholder 3"/>
          <p:cNvSpPr>
            <a:spLocks noGrp="1"/>
          </p:cNvSpPr>
          <p:nvPr>
            <p:ph type="body" sz="quarter" idx="23" hasCustomPrompt="1"/>
          </p:nvPr>
        </p:nvSpPr>
        <p:spPr>
          <a:xfrm>
            <a:off x="11529601" y="3516264"/>
            <a:ext cx="1032002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11523564" y="2986277"/>
            <a:ext cx="1032605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2353009" y="2986277"/>
            <a:ext cx="103234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2353009" y="3488601"/>
            <a:ext cx="10323439"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22353009" y="9788363"/>
            <a:ext cx="103234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2349184" y="10313829"/>
            <a:ext cx="1032726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22353009" y="14610723"/>
            <a:ext cx="103234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2353011" y="15136190"/>
            <a:ext cx="1032726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Type in or paste your text here</a:t>
            </a:r>
          </a:p>
        </p:txBody>
      </p:sp>
      <p:sp>
        <p:nvSpPr>
          <p:cNvPr id="72" name="Text Placeholder 76"/>
          <p:cNvSpPr>
            <a:spLocks noGrp="1"/>
          </p:cNvSpPr>
          <p:nvPr>
            <p:ph type="body" sz="quarter" idx="150" hasCustomPrompt="1"/>
          </p:nvPr>
        </p:nvSpPr>
        <p:spPr>
          <a:xfrm>
            <a:off x="4455875" y="1227916"/>
            <a:ext cx="24463852" cy="778162"/>
          </a:xfrm>
          <a:prstGeom prst="rect">
            <a:avLst/>
          </a:prstGeom>
        </p:spPr>
        <p:txBody>
          <a:bodyPr anchor="t" anchorCtr="0">
            <a:spAutoFit/>
          </a:bodyPr>
          <a:lstStyle>
            <a:lvl1pPr marL="0" indent="0" algn="ctr">
              <a:buFontTx/>
              <a:buNone/>
              <a:defRPr sz="4373">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authors</a:t>
            </a:r>
          </a:p>
        </p:txBody>
      </p:sp>
      <p:sp>
        <p:nvSpPr>
          <p:cNvPr id="75" name="Text Placeholder 76"/>
          <p:cNvSpPr>
            <a:spLocks noGrp="1"/>
          </p:cNvSpPr>
          <p:nvPr>
            <p:ph type="body" sz="quarter" idx="184" hasCustomPrompt="1"/>
          </p:nvPr>
        </p:nvSpPr>
        <p:spPr>
          <a:xfrm>
            <a:off x="4455875" y="1909234"/>
            <a:ext cx="24463852" cy="628679"/>
          </a:xfrm>
          <a:prstGeom prst="rect">
            <a:avLst/>
          </a:prstGeom>
        </p:spPr>
        <p:txBody>
          <a:bodyPr anchor="t" anchorCtr="0">
            <a:spAutoFit/>
          </a:bodyPr>
          <a:lstStyle>
            <a:lvl1pPr marL="0" indent="0" algn="ctr">
              <a:buFontTx/>
              <a:buNone/>
              <a:defRPr sz="3402">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affiliations</a:t>
            </a:r>
          </a:p>
        </p:txBody>
      </p:sp>
      <p:sp>
        <p:nvSpPr>
          <p:cNvPr id="77" name="Text Placeholder 76"/>
          <p:cNvSpPr>
            <a:spLocks noGrp="1"/>
          </p:cNvSpPr>
          <p:nvPr>
            <p:ph type="body" sz="quarter" idx="185" hasCustomPrompt="1"/>
          </p:nvPr>
        </p:nvSpPr>
        <p:spPr>
          <a:xfrm>
            <a:off x="4455875" y="264662"/>
            <a:ext cx="24463852" cy="1002497"/>
          </a:xfrm>
          <a:prstGeom prst="rect">
            <a:avLst/>
          </a:prstGeom>
        </p:spPr>
        <p:txBody>
          <a:bodyPr anchor="t" anchorCtr="0">
            <a:spAutoFit/>
          </a:bodyPr>
          <a:lstStyle>
            <a:lvl1pPr marL="0" indent="0" algn="ctr">
              <a:buFontTx/>
              <a:buNone/>
              <a:defRPr sz="5831" b="1">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title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ide center column">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691441" y="3488601"/>
            <a:ext cx="7647368"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6" name="Text Placeholder 5"/>
          <p:cNvSpPr>
            <a:spLocks noGrp="1"/>
          </p:cNvSpPr>
          <p:nvPr>
            <p:ph type="body" sz="quarter" idx="11" hasCustomPrompt="1"/>
          </p:nvPr>
        </p:nvSpPr>
        <p:spPr>
          <a:xfrm>
            <a:off x="694460" y="2986277"/>
            <a:ext cx="7641332" cy="512760"/>
          </a:xfrm>
          <a:prstGeom prst="rect">
            <a:avLst/>
          </a:prstGeom>
          <a:noFill/>
        </p:spPr>
        <p:txBody>
          <a:bodyPr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INTRODUCTION or ABSTRACT</a:t>
            </a:r>
          </a:p>
        </p:txBody>
      </p:sp>
      <p:sp>
        <p:nvSpPr>
          <p:cNvPr id="19" name="Text Placeholder 3"/>
          <p:cNvSpPr>
            <a:spLocks noGrp="1"/>
          </p:cNvSpPr>
          <p:nvPr>
            <p:ph type="body" sz="quarter" idx="19" hasCustomPrompt="1"/>
          </p:nvPr>
        </p:nvSpPr>
        <p:spPr>
          <a:xfrm>
            <a:off x="690838" y="8588150"/>
            <a:ext cx="7648575"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20" name="Text Placeholder 5"/>
          <p:cNvSpPr>
            <a:spLocks noGrp="1"/>
          </p:cNvSpPr>
          <p:nvPr>
            <p:ph type="body" sz="quarter" idx="20" hasCustomPrompt="1"/>
          </p:nvPr>
        </p:nvSpPr>
        <p:spPr>
          <a:xfrm>
            <a:off x="693857" y="8080968"/>
            <a:ext cx="7642539"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OBJECTIVES</a:t>
            </a:r>
          </a:p>
        </p:txBody>
      </p:sp>
      <p:sp>
        <p:nvSpPr>
          <p:cNvPr id="21" name="Text Placeholder 3"/>
          <p:cNvSpPr>
            <a:spLocks noGrp="1"/>
          </p:cNvSpPr>
          <p:nvPr>
            <p:ph type="body" sz="quarter" idx="21" hasCustomPrompt="1"/>
          </p:nvPr>
        </p:nvSpPr>
        <p:spPr>
          <a:xfrm>
            <a:off x="8811073" y="3507223"/>
            <a:ext cx="15755869"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22" name="Text Placeholder 5"/>
          <p:cNvSpPr>
            <a:spLocks noGrp="1"/>
          </p:cNvSpPr>
          <p:nvPr>
            <p:ph type="body" sz="quarter" idx="22" hasCustomPrompt="1"/>
          </p:nvPr>
        </p:nvSpPr>
        <p:spPr>
          <a:xfrm>
            <a:off x="8811072" y="2986277"/>
            <a:ext cx="15755871"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(header)  MATERIALS &amp; METHODS</a:t>
            </a:r>
          </a:p>
        </p:txBody>
      </p:sp>
      <p:sp>
        <p:nvSpPr>
          <p:cNvPr id="23" name="Text Placeholder 3"/>
          <p:cNvSpPr>
            <a:spLocks noGrp="1"/>
          </p:cNvSpPr>
          <p:nvPr>
            <p:ph type="body" sz="quarter" idx="23" hasCustomPrompt="1"/>
          </p:nvPr>
        </p:nvSpPr>
        <p:spPr>
          <a:xfrm>
            <a:off x="8811072" y="12514094"/>
            <a:ext cx="15755871"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24" name="Text Placeholder 5"/>
          <p:cNvSpPr>
            <a:spLocks noGrp="1"/>
          </p:cNvSpPr>
          <p:nvPr>
            <p:ph type="body" sz="quarter" idx="24" hasCustomPrompt="1"/>
          </p:nvPr>
        </p:nvSpPr>
        <p:spPr>
          <a:xfrm>
            <a:off x="8811072" y="11988628"/>
            <a:ext cx="15755871"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RESULTS</a:t>
            </a:r>
          </a:p>
        </p:txBody>
      </p:sp>
      <p:sp>
        <p:nvSpPr>
          <p:cNvPr id="25" name="Text Placeholder 5"/>
          <p:cNvSpPr>
            <a:spLocks noGrp="1"/>
          </p:cNvSpPr>
          <p:nvPr>
            <p:ph type="body" sz="quarter" idx="25" hasCustomPrompt="1"/>
          </p:nvPr>
        </p:nvSpPr>
        <p:spPr>
          <a:xfrm>
            <a:off x="25064042" y="2986277"/>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CONCLUSIONS</a:t>
            </a:r>
          </a:p>
        </p:txBody>
      </p:sp>
      <p:sp>
        <p:nvSpPr>
          <p:cNvPr id="26" name="Text Placeholder 3"/>
          <p:cNvSpPr>
            <a:spLocks noGrp="1"/>
          </p:cNvSpPr>
          <p:nvPr>
            <p:ph type="body" sz="quarter" idx="26" hasCustomPrompt="1"/>
          </p:nvPr>
        </p:nvSpPr>
        <p:spPr>
          <a:xfrm>
            <a:off x="25064042" y="3511743"/>
            <a:ext cx="7639920"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27" name="Text Placeholder 5"/>
          <p:cNvSpPr>
            <a:spLocks noGrp="1"/>
          </p:cNvSpPr>
          <p:nvPr>
            <p:ph type="body" sz="quarter" idx="27" hasCustomPrompt="1"/>
          </p:nvPr>
        </p:nvSpPr>
        <p:spPr>
          <a:xfrm>
            <a:off x="25064042" y="8115262"/>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REFERENCES</a:t>
            </a:r>
          </a:p>
        </p:txBody>
      </p:sp>
      <p:sp>
        <p:nvSpPr>
          <p:cNvPr id="28" name="Text Placeholder 3"/>
          <p:cNvSpPr>
            <a:spLocks noGrp="1"/>
          </p:cNvSpPr>
          <p:nvPr>
            <p:ph type="body" sz="quarter" idx="28" hasCustomPrompt="1"/>
          </p:nvPr>
        </p:nvSpPr>
        <p:spPr>
          <a:xfrm>
            <a:off x="25062131" y="8640728"/>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29" name="Text Placeholder 5"/>
          <p:cNvSpPr>
            <a:spLocks noGrp="1"/>
          </p:cNvSpPr>
          <p:nvPr>
            <p:ph type="body" sz="quarter" idx="29" hasCustomPrompt="1"/>
          </p:nvPr>
        </p:nvSpPr>
        <p:spPr>
          <a:xfrm>
            <a:off x="25064042" y="14610723"/>
            <a:ext cx="7639920" cy="512760"/>
          </a:xfrm>
          <a:prstGeom prst="rect">
            <a:avLst/>
          </a:prstGeom>
          <a:noFill/>
        </p:spPr>
        <p:txBody>
          <a:bodyPr wrap="square" lIns="52249" tIns="52249" rIns="52249" bIns="52249" anchor="t" anchorCtr="0">
            <a:spAutoFit/>
          </a:bodyPr>
          <a:lstStyle>
            <a:lvl1pPr marL="0" indent="0" algn="ctr">
              <a:buNone/>
              <a:defRPr sz="2551" b="1" u="sng" baseline="0">
                <a:solidFill>
                  <a:schemeClr val="accent5">
                    <a:lumMod val="50000"/>
                  </a:schemeClr>
                </a:solidFill>
              </a:defRPr>
            </a:lvl1pPr>
          </a:lstStyle>
          <a:p>
            <a:pPr lvl="0"/>
            <a:r>
              <a:rPr lang="en-US" dirty="0"/>
              <a:t>(click to add)  ACKNOWLEDGEMENTS  or  CONTACT</a:t>
            </a:r>
          </a:p>
        </p:txBody>
      </p:sp>
      <p:sp>
        <p:nvSpPr>
          <p:cNvPr id="30" name="Text Placeholder 3"/>
          <p:cNvSpPr>
            <a:spLocks noGrp="1"/>
          </p:cNvSpPr>
          <p:nvPr>
            <p:ph type="body" sz="quarter" idx="30" hasCustomPrompt="1"/>
          </p:nvPr>
        </p:nvSpPr>
        <p:spPr>
          <a:xfrm>
            <a:off x="25062131" y="15136190"/>
            <a:ext cx="7643746" cy="525405"/>
          </a:xfrm>
          <a:prstGeom prst="rect">
            <a:avLst/>
          </a:prstGeom>
        </p:spPr>
        <p:txBody>
          <a:bodyPr wrap="square" lIns="130622" tIns="130622" rIns="130622" bIns="130622" anchor="t" anchorCtr="0">
            <a:spAutoFit/>
          </a:bodyPr>
          <a:lstStyle>
            <a:lvl1pPr marL="0" indent="0">
              <a:buNone/>
              <a:defRPr sz="1700">
                <a:solidFill>
                  <a:schemeClr val="accent5">
                    <a:lumMod val="50000"/>
                  </a:schemeClr>
                </a:solidFill>
                <a:latin typeface="Times New Roman" panose="02020603050405020304" pitchFamily="18" charset="0"/>
                <a:cs typeface="Times New Roman" panose="02020603050405020304" pitchFamily="18" charset="0"/>
              </a:defRPr>
            </a:lvl1pPr>
            <a:lvl2pPr marL="1031472" indent="-396720">
              <a:defRPr sz="1700">
                <a:latin typeface="Trebuchet MS" pitchFamily="34" charset="0"/>
              </a:defRPr>
            </a:lvl2pPr>
            <a:lvl3pPr marL="1428192" indent="-396720">
              <a:defRPr sz="1700">
                <a:latin typeface="Trebuchet MS" pitchFamily="34" charset="0"/>
              </a:defRPr>
            </a:lvl3pPr>
            <a:lvl4pPr marL="1864585" indent="-436392">
              <a:defRPr sz="1700">
                <a:latin typeface="Trebuchet MS" pitchFamily="34" charset="0"/>
              </a:defRPr>
            </a:lvl4pPr>
            <a:lvl5pPr marL="2181962" indent="-317376">
              <a:defRPr sz="1700">
                <a:latin typeface="Trebuchet MS" pitchFamily="34" charset="0"/>
              </a:defRPr>
            </a:lvl5pPr>
          </a:lstStyle>
          <a:p>
            <a:pPr lvl="0"/>
            <a:r>
              <a:rPr lang="en-US" dirty="0"/>
              <a:t>Enter your text here</a:t>
            </a:r>
          </a:p>
        </p:txBody>
      </p:sp>
      <p:sp>
        <p:nvSpPr>
          <p:cNvPr id="83" name="Text Placeholder 76"/>
          <p:cNvSpPr>
            <a:spLocks noGrp="1"/>
          </p:cNvSpPr>
          <p:nvPr>
            <p:ph type="body" sz="quarter" idx="150" hasCustomPrompt="1"/>
          </p:nvPr>
        </p:nvSpPr>
        <p:spPr>
          <a:xfrm>
            <a:off x="4455875" y="1227916"/>
            <a:ext cx="24463852" cy="778162"/>
          </a:xfrm>
          <a:prstGeom prst="rect">
            <a:avLst/>
          </a:prstGeom>
        </p:spPr>
        <p:txBody>
          <a:bodyPr anchor="t" anchorCtr="0">
            <a:spAutoFit/>
          </a:bodyPr>
          <a:lstStyle>
            <a:lvl1pPr marL="0" indent="0" algn="ctr">
              <a:buFontTx/>
              <a:buNone/>
              <a:defRPr sz="4373">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authors</a:t>
            </a:r>
          </a:p>
        </p:txBody>
      </p:sp>
      <p:sp>
        <p:nvSpPr>
          <p:cNvPr id="84" name="Text Placeholder 76"/>
          <p:cNvSpPr>
            <a:spLocks noGrp="1"/>
          </p:cNvSpPr>
          <p:nvPr>
            <p:ph type="body" sz="quarter" idx="184" hasCustomPrompt="1"/>
          </p:nvPr>
        </p:nvSpPr>
        <p:spPr>
          <a:xfrm>
            <a:off x="4455875" y="1909234"/>
            <a:ext cx="24463852" cy="628679"/>
          </a:xfrm>
          <a:prstGeom prst="rect">
            <a:avLst/>
          </a:prstGeom>
        </p:spPr>
        <p:txBody>
          <a:bodyPr anchor="t" anchorCtr="0">
            <a:spAutoFit/>
          </a:bodyPr>
          <a:lstStyle>
            <a:lvl1pPr marL="0" indent="0" algn="ctr">
              <a:buFontTx/>
              <a:buNone/>
              <a:defRPr sz="3402">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affiliations</a:t>
            </a:r>
          </a:p>
        </p:txBody>
      </p:sp>
      <p:sp>
        <p:nvSpPr>
          <p:cNvPr id="85" name="Text Placeholder 76"/>
          <p:cNvSpPr>
            <a:spLocks noGrp="1"/>
          </p:cNvSpPr>
          <p:nvPr>
            <p:ph type="body" sz="quarter" idx="185" hasCustomPrompt="1"/>
          </p:nvPr>
        </p:nvSpPr>
        <p:spPr>
          <a:xfrm>
            <a:off x="4455875" y="264662"/>
            <a:ext cx="24463852" cy="1002497"/>
          </a:xfrm>
          <a:prstGeom prst="rect">
            <a:avLst/>
          </a:prstGeom>
        </p:spPr>
        <p:txBody>
          <a:bodyPr anchor="t" anchorCtr="0">
            <a:spAutoFit/>
          </a:bodyPr>
          <a:lstStyle>
            <a:lvl1pPr marL="0" indent="0" algn="ctr">
              <a:buFontTx/>
              <a:buNone/>
              <a:defRPr sz="5831" b="1">
                <a:solidFill>
                  <a:schemeClr val="accent5">
                    <a:lumMod val="50000"/>
                  </a:schemeClr>
                </a:solidFill>
              </a:defRPr>
            </a:lvl1pPr>
            <a:lvl2pPr>
              <a:buFontTx/>
              <a:buNone/>
              <a:defRPr sz="8747"/>
            </a:lvl2pPr>
            <a:lvl3pPr>
              <a:buFontTx/>
              <a:buNone/>
              <a:defRPr sz="8747"/>
            </a:lvl3pPr>
            <a:lvl4pPr>
              <a:buFontTx/>
              <a:buNone/>
              <a:defRPr sz="8747"/>
            </a:lvl4pPr>
            <a:lvl5pPr>
              <a:buFontTx/>
              <a:buNone/>
              <a:defRPr sz="8747"/>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3.xml"/><Relationship Id="rId1" Type="http://schemas.openxmlformats.org/officeDocument/2006/relationships/slideLayout" Target="../slideLayouts/slideLayout3.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12" Type="http://schemas.openxmlformats.org/officeDocument/2006/relationships/image" Target="../media/image8.png"/><Relationship Id="rId2" Type="http://schemas.openxmlformats.org/officeDocument/2006/relationships/theme" Target="../theme/theme4.xml"/><Relationship Id="rId1" Type="http://schemas.openxmlformats.org/officeDocument/2006/relationships/slideLayout" Target="../slideLayouts/slideLayout4.xml"/><Relationship Id="rId6" Type="http://schemas.openxmlformats.org/officeDocument/2006/relationships/image" Target="../media/image4.png"/><Relationship Id="rId11" Type="http://schemas.openxmlformats.org/officeDocument/2006/relationships/hyperlink" Target="https://www.posterpresentations.com/research" TargetMode="External"/><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D951A23-7FFD-204C-869A-7469BE75700C}"/>
              </a:ext>
            </a:extLst>
          </p:cNvPr>
          <p:cNvGrpSpPr/>
          <p:nvPr userDrawn="1"/>
        </p:nvGrpSpPr>
        <p:grpSpPr>
          <a:xfrm>
            <a:off x="-98552" y="-65088"/>
            <a:ext cx="33572703" cy="18875375"/>
            <a:chOff x="-81002" y="-57150"/>
            <a:chExt cx="27594003" cy="16573500"/>
          </a:xfrm>
        </p:grpSpPr>
        <p:sp>
          <p:nvSpPr>
            <p:cNvPr id="18" name="Text Box 14">
              <a:extLst>
                <a:ext uri="{FF2B5EF4-FFF2-40B4-BE49-F238E27FC236}">
                  <a16:creationId xmlns:a16="http://schemas.microsoft.com/office/drawing/2014/main" id="{5CADBED4-23B3-AF42-BFCE-723FDBBF101F}"/>
                </a:ext>
              </a:extLst>
            </p:cNvPr>
            <p:cNvSpPr txBox="1">
              <a:spLocks noChangeArrowheads="1"/>
            </p:cNvSpPr>
            <p:nvPr userDrawn="1"/>
          </p:nvSpPr>
          <p:spPr bwMode="auto">
            <a:xfrm>
              <a:off x="918370" y="16156940"/>
              <a:ext cx="1571625" cy="194187"/>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64"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sp>
          <p:nvSpPr>
            <p:cNvPr id="19" name="Freeform 18">
              <a:extLst>
                <a:ext uri="{FF2B5EF4-FFF2-40B4-BE49-F238E27FC236}">
                  <a16:creationId xmlns:a16="http://schemas.microsoft.com/office/drawing/2014/main" id="{91BD7D7F-62B0-8943-A75B-964AE3FA2ACD}"/>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dirty="0"/>
            </a:p>
          </p:txBody>
        </p:sp>
        <p:sp>
          <p:nvSpPr>
            <p:cNvPr id="20" name="Freeform 19">
              <a:extLst>
                <a:ext uri="{FF2B5EF4-FFF2-40B4-BE49-F238E27FC236}">
                  <a16:creationId xmlns:a16="http://schemas.microsoft.com/office/drawing/2014/main" id="{F5781D29-8D26-CC47-8DC4-40A80CE43282}"/>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21" name="Freeform 20">
              <a:extLst>
                <a:ext uri="{FF2B5EF4-FFF2-40B4-BE49-F238E27FC236}">
                  <a16:creationId xmlns:a16="http://schemas.microsoft.com/office/drawing/2014/main" id="{7682AA11-F0B4-4A45-BA47-EA99831A6CA8}"/>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22" name="Text Box 14">
              <a:extLst>
                <a:ext uri="{FF2B5EF4-FFF2-40B4-BE49-F238E27FC236}">
                  <a16:creationId xmlns:a16="http://schemas.microsoft.com/office/drawing/2014/main" id="{48717DCE-020D-0045-A9DC-584FF4C3946E}"/>
                </a:ext>
              </a:extLst>
            </p:cNvPr>
            <p:cNvSpPr txBox="1">
              <a:spLocks noChangeArrowheads="1"/>
            </p:cNvSpPr>
            <p:nvPr userDrawn="1"/>
          </p:nvSpPr>
          <p:spPr bwMode="auto">
            <a:xfrm>
              <a:off x="918368" y="15962954"/>
              <a:ext cx="1571625" cy="204884"/>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86"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grpSp>
      <p:graphicFrame>
        <p:nvGraphicFramePr>
          <p:cNvPr id="10" name="Table 9">
            <a:extLst>
              <a:ext uri="{FF2B5EF4-FFF2-40B4-BE49-F238E27FC236}">
                <a16:creationId xmlns:a16="http://schemas.microsoft.com/office/drawing/2014/main" id="{50E72AA0-F147-7040-A57D-4E62E8BBD767}"/>
              </a:ext>
            </a:extLst>
          </p:cNvPr>
          <p:cNvGraphicFramePr>
            <a:graphicFrameLocks noGrp="1"/>
          </p:cNvGraphicFramePr>
          <p:nvPr userDrawn="1">
            <p:extLst>
              <p:ext uri="{D42A27DB-BD31-4B8C-83A1-F6EECF244321}">
                <p14:modId xmlns:p14="http://schemas.microsoft.com/office/powerpoint/2010/main" val="3035922796"/>
              </p:ext>
            </p:extLst>
          </p:nvPr>
        </p:nvGraphicFramePr>
        <p:xfrm>
          <a:off x="-6821748" y="54810"/>
          <a:ext cx="6412369" cy="18758375"/>
        </p:xfrm>
        <a:graphic>
          <a:graphicData uri="http://schemas.openxmlformats.org/drawingml/2006/table">
            <a:tbl>
              <a:tblPr firstRow="1" bandRow="1">
                <a:tableStyleId>{5C22544A-7EE6-4342-B048-85BDC9FD1C3A}</a:tableStyleId>
              </a:tblPr>
              <a:tblGrid>
                <a:gridCol w="2749574">
                  <a:extLst>
                    <a:ext uri="{9D8B030D-6E8A-4147-A177-3AD203B41FA5}">
                      <a16:colId xmlns:a16="http://schemas.microsoft.com/office/drawing/2014/main" val="20000"/>
                    </a:ext>
                  </a:extLst>
                </a:gridCol>
                <a:gridCol w="3662796">
                  <a:extLst>
                    <a:ext uri="{9D8B030D-6E8A-4147-A177-3AD203B41FA5}">
                      <a16:colId xmlns:a16="http://schemas.microsoft.com/office/drawing/2014/main" val="20001"/>
                    </a:ext>
                  </a:extLst>
                </a:gridCol>
              </a:tblGrid>
              <a:tr h="76160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200" b="0" spc="600" dirty="0">
                          <a:solidFill>
                            <a:srgbClr val="1F3A4E"/>
                          </a:solidFill>
                          <a:latin typeface="Arial Black" panose="020B0A04020102020204" pitchFamily="34" charset="0"/>
                        </a:rPr>
                        <a:t>QUICK START GUIDE</a:t>
                      </a:r>
                      <a:br>
                        <a:rPr lang="en-US" sz="22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NOT PRINT)</a:t>
                      </a:r>
                      <a:endParaRPr lang="en-US" sz="2200" b="1" spc="600" dirty="0">
                        <a:solidFill>
                          <a:schemeClr val="bg1"/>
                        </a:solidFill>
                        <a:latin typeface="Trebuchet MS" pitchFamily="34" charset="0"/>
                      </a:endParaRPr>
                    </a:p>
                  </a:txBody>
                  <a:tcPr marL="81076" marR="81076" marT="40476" marB="40476">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410454">
                <a:tc gridSpan="2">
                  <a:txBody>
                    <a:bodyPr/>
                    <a:lstStyle/>
                    <a:p>
                      <a:pPr defTabSz="3765639"/>
                      <a:r>
                        <a:rPr lang="en-US" sz="1100" i="0" dirty="0">
                          <a:solidFill>
                            <a:srgbClr val="D9D9D9"/>
                          </a:solidFill>
                          <a:latin typeface="Arial"/>
                          <a:cs typeface="Arial"/>
                        </a:rPr>
                        <a:t>This PowerPoint template produces a </a:t>
                      </a:r>
                      <a:r>
                        <a:rPr lang="en-US" sz="1400" i="0" dirty="0">
                          <a:solidFill>
                            <a:srgbClr val="FFC000"/>
                          </a:solidFill>
                          <a:latin typeface="Arial"/>
                          <a:cs typeface="Arial"/>
                        </a:rPr>
                        <a:t>wide screen size (16:9 Ratio) virtual </a:t>
                      </a:r>
                      <a:r>
                        <a:rPr lang="en-US" sz="1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the  </a:t>
                      </a:r>
                      <a:r>
                        <a:rPr lang="en-US" sz="1100" i="0" dirty="0">
                          <a:solidFill>
                            <a:srgbClr val="FFC000"/>
                          </a:solidFill>
                          <a:latin typeface="Arial"/>
                          <a:cs typeface="Arial"/>
                        </a:rPr>
                        <a:t>HELP DESK</a:t>
                      </a:r>
                      <a:r>
                        <a:rPr lang="en-US" sz="1100" i="0" baseline="0" dirty="0">
                          <a:solidFill>
                            <a:srgbClr val="D9D9D9"/>
                          </a:solidFill>
                          <a:latin typeface="Arial"/>
                          <a:cs typeface="Arial"/>
                        </a:rPr>
                        <a:t> </a:t>
                      </a:r>
                      <a:r>
                        <a:rPr lang="en-US" sz="1100" i="0" dirty="0">
                          <a:solidFill>
                            <a:srgbClr val="D9D9D9"/>
                          </a:solidFill>
                          <a:latin typeface="Arial"/>
                          <a:cs typeface="Arial"/>
                        </a:rPr>
                        <a:t>tab.</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To print your poster using our same-day professional printing service,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a:t>
                      </a:r>
                      <a:r>
                        <a:rPr lang="en-US" sz="1100" i="0" dirty="0">
                          <a:solidFill>
                            <a:srgbClr val="FFC000"/>
                          </a:solidFill>
                          <a:latin typeface="Arial"/>
                          <a:cs typeface="Arial"/>
                        </a:rPr>
                        <a:t>Order your poster</a:t>
                      </a:r>
                      <a:r>
                        <a:rPr lang="en-US" sz="1100" i="0" dirty="0">
                          <a:solidFill>
                            <a:srgbClr val="D9D9D9"/>
                          </a:solidFill>
                          <a:latin typeface="Arial"/>
                          <a:cs typeface="Arial"/>
                        </a:rPr>
                        <a:t>".</a:t>
                      </a:r>
                      <a:endParaRPr lang="en-US" sz="1100" b="1" dirty="0">
                        <a:solidFill>
                          <a:srgbClr val="D9D9D9"/>
                        </a:solidFill>
                        <a:latin typeface="Arial"/>
                        <a:cs typeface="Arial"/>
                      </a:endParaRPr>
                    </a:p>
                  </a:txBody>
                  <a:tcPr marL="81076" marR="81076" marT="40476" marB="40476">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620059">
                <a:tc>
                  <a:txBody>
                    <a:bodyPr/>
                    <a:lstStyle/>
                    <a:p>
                      <a:pPr algn="ctr"/>
                      <a:endParaRPr lang="en-US" sz="14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This is a template for a </a:t>
                      </a:r>
                    </a:p>
                    <a:p>
                      <a:pPr algn="ctr"/>
                      <a:r>
                        <a:rPr lang="en-US" sz="1400" dirty="0">
                          <a:solidFill>
                            <a:schemeClr val="bg1"/>
                          </a:solidFill>
                          <a:latin typeface="Arial" panose="020B0604020202020204" pitchFamily="34" charset="0"/>
                          <a:cs typeface="Arial" panose="020B0604020202020204" pitchFamily="34" charset="0"/>
                        </a:rPr>
                        <a:t>presentation poster</a:t>
                      </a:r>
                      <a:br>
                        <a:rPr lang="en-US" sz="1400" dirty="0">
                          <a:solidFill>
                            <a:schemeClr val="bg1"/>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Virtual</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Wide Screen</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(16:9 Ratio)</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marL="59973" marR="59973" marT="26198" marB="26198">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27 tall x 48 wide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100" b="0" baseline="0" dirty="0">
                          <a:solidFill>
                            <a:srgbClr val="FFC000"/>
                          </a:solidFill>
                          <a:latin typeface="Arial" panose="020B0604020202020204" pitchFamily="34" charset="0"/>
                          <a:cs typeface="Arial" panose="020B0604020202020204" pitchFamily="34" charset="0"/>
                        </a:rPr>
                        <a:t>45 tall x 80 wide</a:t>
                      </a:r>
                    </a:p>
                  </a:txBody>
                  <a:tcPr marL="119946" marR="59973" marT="78594" marB="26198">
                    <a:solidFill>
                      <a:srgbClr val="010101"/>
                    </a:solidFill>
                  </a:tcPr>
                </a:tc>
                <a:extLst>
                  <a:ext uri="{0D108BD9-81ED-4DB2-BD59-A6C34878D82A}">
                    <a16:rowId xmlns:a16="http://schemas.microsoft.com/office/drawing/2014/main" val="10008"/>
                  </a:ext>
                </a:extLst>
              </a:tr>
              <a:tr h="2457480">
                <a:tc>
                  <a:txBody>
                    <a:bodyPr/>
                    <a:lstStyle/>
                    <a:p>
                      <a:endParaRPr lang="en-US" sz="1100" dirty="0">
                        <a:solidFill>
                          <a:srgbClr val="1F3A4E"/>
                        </a:solidFill>
                      </a:endParaRPr>
                    </a:p>
                  </a:txBody>
                  <a:tcPr marL="59973" marR="59973" marT="26198" marB="26198">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0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1. </a:t>
                      </a:r>
                      <a:r>
                        <a:rPr lang="en-US" sz="1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 </a:t>
                      </a:r>
                      <a:r>
                        <a:rPr lang="en-US" sz="1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19946" marR="59973" marT="78594" marB="26198">
                    <a:solidFill>
                      <a:srgbClr val="010101"/>
                    </a:solidFill>
                  </a:tcPr>
                </a:tc>
                <a:extLst>
                  <a:ext uri="{0D108BD9-81ED-4DB2-BD59-A6C34878D82A}">
                    <a16:rowId xmlns:a16="http://schemas.microsoft.com/office/drawing/2014/main" val="10001"/>
                  </a:ext>
                </a:extLst>
              </a:tr>
              <a:tr h="106445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62152" marR="81076" marT="121429" marB="40476">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191401">
                <a:tc>
                  <a:txBody>
                    <a:bodyPr/>
                    <a:lstStyle/>
                    <a:p>
                      <a:endParaRPr lang="en-US" sz="1100" dirty="0">
                        <a:solidFill>
                          <a:srgbClr val="1F3A4E"/>
                        </a:solidFill>
                      </a:endParaRPr>
                    </a:p>
                  </a:txBody>
                  <a:tcPr marL="59973" marR="59973" marT="26198" marB="26198">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19946" marR="59973" marT="78594" marB="26198">
                    <a:solidFill>
                      <a:srgbClr val="010101"/>
                    </a:solidFill>
                  </a:tcPr>
                </a:tc>
                <a:extLst>
                  <a:ext uri="{0D108BD9-81ED-4DB2-BD59-A6C34878D82A}">
                    <a16:rowId xmlns:a16="http://schemas.microsoft.com/office/drawing/2014/main" val="10003"/>
                  </a:ext>
                </a:extLst>
              </a:tr>
              <a:tr h="2016512">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100" dirty="0">
                        <a:solidFill>
                          <a:srgbClr val="D9D9D9"/>
                        </a:solidFill>
                        <a:latin typeface="Arial" panose="020B0604020202020204" pitchFamily="34" charset="0"/>
                        <a:cs typeface="Arial" panose="020B0604020202020204" pitchFamily="34" charset="0"/>
                      </a:endParaRPr>
                    </a:p>
                  </a:txBody>
                  <a:tcPr marL="162152" marR="81076" marT="121429" marB="40476">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36243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81076" marR="81076" marT="40476" marB="40476">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314018">
                <a:tc gridSpan="2">
                  <a:txBody>
                    <a:bodyPr/>
                    <a:lstStyle/>
                    <a:p>
                      <a:endParaRPr lang="en-US" sz="1100" dirty="0">
                        <a:solidFill>
                          <a:schemeClr val="bg1"/>
                        </a:solidFill>
                        <a:latin typeface="Arial" panose="020B0604020202020204" pitchFamily="34" charset="0"/>
                        <a:cs typeface="Arial" panose="020B0604020202020204" pitchFamily="34" charset="0"/>
                      </a:endParaRPr>
                    </a:p>
                  </a:txBody>
                  <a:tcPr marL="81076" marR="81076" marT="40476" marB="40476">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73361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100" noProof="0" dirty="0">
                          <a:solidFill>
                            <a:srgbClr val="D9D9D9"/>
                          </a:solidFill>
                          <a:latin typeface="Arial"/>
                          <a:cs typeface="Arial"/>
                        </a:rPr>
                        <a:t>Zoom in and look at your images at 100%-200% magnification. If they look clear, they will print well. </a:t>
                      </a:r>
                    </a:p>
                  </a:txBody>
                  <a:tcPr marL="81076" marR="81076" marT="40476" marB="40476">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82635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latin typeface="Arial"/>
                        <a:cs typeface="Arial"/>
                      </a:endParaRPr>
                    </a:p>
                  </a:txBody>
                  <a:tcPr marL="81076" marR="81076" marT="40476" marB="40476">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2" name="Table 11">
            <a:extLst>
              <a:ext uri="{FF2B5EF4-FFF2-40B4-BE49-F238E27FC236}">
                <a16:creationId xmlns:a16="http://schemas.microsoft.com/office/drawing/2014/main" id="{A5873058-EF11-4846-BD70-E06FB3E7BC2A}"/>
              </a:ext>
            </a:extLst>
          </p:cNvPr>
          <p:cNvGraphicFramePr>
            <a:graphicFrameLocks noGrp="1"/>
          </p:cNvGraphicFramePr>
          <p:nvPr userDrawn="1">
            <p:extLst>
              <p:ext uri="{D42A27DB-BD31-4B8C-83A1-F6EECF244321}">
                <p14:modId xmlns:p14="http://schemas.microsoft.com/office/powerpoint/2010/main" val="3697004425"/>
              </p:ext>
            </p:extLst>
          </p:nvPr>
        </p:nvGraphicFramePr>
        <p:xfrm>
          <a:off x="33784981" y="0"/>
          <a:ext cx="6412369" cy="18754541"/>
        </p:xfrm>
        <a:graphic>
          <a:graphicData uri="http://schemas.openxmlformats.org/drawingml/2006/table">
            <a:tbl>
              <a:tblPr firstRow="1" bandRow="1">
                <a:tableStyleId>{5C22544A-7EE6-4342-B048-85BDC9FD1C3A}</a:tableStyleId>
              </a:tblPr>
              <a:tblGrid>
                <a:gridCol w="2390391">
                  <a:extLst>
                    <a:ext uri="{9D8B030D-6E8A-4147-A177-3AD203B41FA5}">
                      <a16:colId xmlns:a16="http://schemas.microsoft.com/office/drawing/2014/main" val="20000"/>
                    </a:ext>
                  </a:extLst>
                </a:gridCol>
                <a:gridCol w="777579">
                  <a:extLst>
                    <a:ext uri="{9D8B030D-6E8A-4147-A177-3AD203B41FA5}">
                      <a16:colId xmlns:a16="http://schemas.microsoft.com/office/drawing/2014/main" val="997673227"/>
                    </a:ext>
                  </a:extLst>
                </a:gridCol>
                <a:gridCol w="3244399">
                  <a:extLst>
                    <a:ext uri="{9D8B030D-6E8A-4147-A177-3AD203B41FA5}">
                      <a16:colId xmlns:a16="http://schemas.microsoft.com/office/drawing/2014/main" val="3407509820"/>
                    </a:ext>
                  </a:extLst>
                </a:gridCol>
              </a:tblGrid>
              <a:tr h="768048">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NOT PRINT)</a:t>
                      </a:r>
                      <a:endParaRPr lang="en-US" sz="2400" b="1" spc="600" dirty="0">
                        <a:solidFill>
                          <a:schemeClr val="bg1"/>
                        </a:solidFill>
                        <a:latin typeface="Trebuchet MS" pitchFamily="34" charset="0"/>
                      </a:endParaRPr>
                    </a:p>
                  </a:txBody>
                  <a:tcPr marL="108661" marR="108661" marT="54248" marB="54248">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3076485">
                <a:tc gridSpan="3">
                  <a:txBody>
                    <a:bodyPr/>
                    <a:lstStyle/>
                    <a:p>
                      <a:pPr algn="l"/>
                      <a:r>
                        <a:rPr lang="en-US" sz="17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5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500" dirty="0">
                        <a:solidFill>
                          <a:srgbClr val="FFC000"/>
                        </a:solidFill>
                      </a:endParaRP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08661" marR="108661" marT="54248" marB="54248">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605524">
                <a:tc gridSpan="3">
                  <a:txBody>
                    <a:bodyPr/>
                    <a:lstStyle/>
                    <a:p>
                      <a:r>
                        <a:rPr lang="en-US" sz="1700" b="1" dirty="0">
                          <a:solidFill>
                            <a:srgbClr val="FFC000"/>
                          </a:solidFill>
                          <a:latin typeface="Arial" panose="020B0604020202020204" pitchFamily="34" charset="0"/>
                          <a:cs typeface="Arial" panose="020B0604020202020204" pitchFamily="34" charset="0"/>
                        </a:rPr>
                        <a:t>How to change the column layout configuration</a:t>
                      </a:r>
                    </a:p>
                    <a:p>
                      <a:r>
                        <a:rPr lang="en-US" sz="15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500" dirty="0">
                          <a:solidFill>
                            <a:srgbClr val="D9D9D9"/>
                          </a:solidFill>
                          <a:latin typeface="Arial" panose="020B0604020202020204" pitchFamily="34" charset="0"/>
                          <a:cs typeface="Arial" panose="020B0604020202020204" pitchFamily="34" charset="0"/>
                        </a:rPr>
                        <a:t>You can see a tutorial here: </a:t>
                      </a:r>
                      <a:r>
                        <a:rPr lang="en-US" sz="1500" u="sng" dirty="0">
                          <a:solidFill>
                            <a:srgbClr val="FFC000"/>
                          </a:solidFill>
                          <a:latin typeface="Arial" panose="020B0604020202020204" pitchFamily="34" charset="0"/>
                          <a:cs typeface="Arial" panose="020B0604020202020204" pitchFamily="34" charset="0"/>
                        </a:rPr>
                        <a:t>https://</a:t>
                      </a:r>
                      <a:r>
                        <a:rPr lang="en-US" sz="1500" u="sng" dirty="0" err="1">
                          <a:solidFill>
                            <a:srgbClr val="FFC000"/>
                          </a:solidFill>
                          <a:latin typeface="Arial" panose="020B0604020202020204" pitchFamily="34" charset="0"/>
                          <a:cs typeface="Arial" panose="020B0604020202020204" pitchFamily="34" charset="0"/>
                        </a:rPr>
                        <a:t>www.posterpresentations.com</a:t>
                      </a:r>
                      <a:r>
                        <a:rPr lang="en-US" sz="1500" u="sng" dirty="0">
                          <a:solidFill>
                            <a:srgbClr val="FFC000"/>
                          </a:solidFill>
                          <a:latin typeface="Arial" panose="020B0604020202020204" pitchFamily="34" charset="0"/>
                          <a:cs typeface="Arial" panose="020B0604020202020204" pitchFamily="34" charset="0"/>
                        </a:rPr>
                        <a:t>/how-to-change-the-column-</a:t>
                      </a:r>
                      <a:r>
                        <a:rPr lang="en-US" sz="1500" u="sng" dirty="0" err="1">
                          <a:solidFill>
                            <a:srgbClr val="FFC000"/>
                          </a:solidFill>
                          <a:latin typeface="Arial" panose="020B0604020202020204" pitchFamily="34" charset="0"/>
                          <a:cs typeface="Arial" panose="020B0604020202020204" pitchFamily="34" charset="0"/>
                        </a:rPr>
                        <a:t>configuration.html</a:t>
                      </a:r>
                      <a:endParaRPr lang="en-US" sz="5000" u="sng" dirty="0">
                        <a:solidFill>
                          <a:srgbClr val="FFC000"/>
                        </a:solidFill>
                      </a:endParaRPr>
                    </a:p>
                  </a:txBody>
                  <a:tcPr marL="217320" marR="108661" marT="162743" marB="54248">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80766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panose="020B0604020202020204" pitchFamily="34" charset="0"/>
                          <a:cs typeface="Arial" panose="020B0604020202020204" pitchFamily="34" charset="0"/>
                        </a:rPr>
                        <a:t>The Quick Start</a:t>
                      </a:r>
                      <a:r>
                        <a:rPr lang="en-US" sz="1500" baseline="0" noProof="0" dirty="0">
                          <a:solidFill>
                            <a:srgbClr val="D9D9D9"/>
                          </a:solidFill>
                          <a:latin typeface="Arial" panose="020B0604020202020204" pitchFamily="34" charset="0"/>
                          <a:cs typeface="Arial" panose="020B0604020202020204" pitchFamily="34" charset="0"/>
                        </a:rPr>
                        <a:t> Guides</a:t>
                      </a:r>
                      <a:r>
                        <a:rPr lang="en-US" sz="1500" noProof="0" dirty="0">
                          <a:solidFill>
                            <a:srgbClr val="D9D9D9"/>
                          </a:solidFill>
                          <a:latin typeface="Arial" panose="020B0604020202020204" pitchFamily="34" charset="0"/>
                          <a:cs typeface="Arial" panose="020B0604020202020204" pitchFamily="34" charset="0"/>
                        </a:rPr>
                        <a:t> </a:t>
                      </a:r>
                      <a:r>
                        <a:rPr lang="en-US" sz="1500" u="sng" noProof="0" dirty="0">
                          <a:solidFill>
                            <a:srgbClr val="D9D9D9"/>
                          </a:solidFill>
                          <a:latin typeface="Arial" panose="020B0604020202020204" pitchFamily="34" charset="0"/>
                          <a:cs typeface="Arial" panose="020B0604020202020204" pitchFamily="34" charset="0"/>
                        </a:rPr>
                        <a:t>are outside the template’s printable area</a:t>
                      </a:r>
                      <a:r>
                        <a:rPr lang="en-US" sz="1500" noProof="0" dirty="0">
                          <a:solidFill>
                            <a:srgbClr val="D9D9D9"/>
                          </a:solidFill>
                          <a:latin typeface="Arial" panose="020B0604020202020204" pitchFamily="34" charset="0"/>
                          <a:cs typeface="Arial" panose="020B0604020202020204" pitchFamily="34" charset="0"/>
                        </a:rPr>
                        <a:t> and they will not be on the printed poster</a:t>
                      </a:r>
                      <a:r>
                        <a:rPr lang="en-US" sz="15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extLst>
                  <a:ext uri="{0D108BD9-81ED-4DB2-BD59-A6C34878D82A}">
                    <a16:rowId xmlns:a16="http://schemas.microsoft.com/office/drawing/2014/main" val="10005"/>
                  </a:ext>
                </a:extLst>
              </a:tr>
              <a:tr h="191358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To hide the guides click on the </a:t>
                      </a:r>
                      <a:r>
                        <a:rPr lang="en-US" sz="1500" b="1" baseline="0" noProof="0" dirty="0">
                          <a:solidFill>
                            <a:srgbClr val="D9D9D9"/>
                          </a:solidFill>
                          <a:latin typeface="Arial" panose="020B0604020202020204" pitchFamily="34" charset="0"/>
                          <a:cs typeface="Arial" panose="020B0604020202020204" pitchFamily="34" charset="0"/>
                        </a:rPr>
                        <a:t>Home</a:t>
                      </a:r>
                      <a:r>
                        <a:rPr lang="en-US" sz="15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500" b="1"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500" b="1" baseline="0" noProof="0" dirty="0">
                          <a:solidFill>
                            <a:srgbClr val="D9D9D9"/>
                          </a:solidFill>
                          <a:latin typeface="Arial" panose="020B0604020202020204" pitchFamily="34" charset="0"/>
                          <a:cs typeface="Arial" panose="020B0604020202020204" pitchFamily="34" charset="0"/>
                        </a:rPr>
                        <a:t>Without Guides </a:t>
                      </a:r>
                      <a:r>
                        <a:rPr lang="en-US" sz="1500" b="0"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a:t>
                      </a:r>
                      <a:endParaRPr lang="en-US" sz="15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983015">
                <a:tc gridSpan="2">
                  <a:txBody>
                    <a:bodyPr/>
                    <a:lstStyle/>
                    <a:p>
                      <a:r>
                        <a:rPr lang="en-US" sz="1700" b="1" dirty="0">
                          <a:solidFill>
                            <a:srgbClr val="FFC000"/>
                          </a:solidFill>
                          <a:latin typeface="Arial" panose="020B0604020202020204" pitchFamily="34" charset="0"/>
                          <a:cs typeface="Arial" panose="020B0604020202020204" pitchFamily="34" charset="0"/>
                        </a:rPr>
                        <a:t>How to</a:t>
                      </a:r>
                      <a:r>
                        <a:rPr lang="en-US" sz="17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700" b="1" dirty="0">
                        <a:solidFill>
                          <a:srgbClr val="FFC000"/>
                        </a:solidFill>
                        <a:latin typeface="Arial" panose="020B0604020202020204" pitchFamily="34" charset="0"/>
                        <a:cs typeface="Arial" panose="020B0604020202020204" pitchFamily="34" charset="0"/>
                      </a:endParaRPr>
                    </a:p>
                    <a:p>
                      <a:r>
                        <a:rPr lang="en-US" sz="1500" dirty="0">
                          <a:solidFill>
                            <a:srgbClr val="D9D9D9"/>
                          </a:solidFill>
                          <a:latin typeface="Arial" panose="020B0604020202020204" pitchFamily="34" charset="0"/>
                          <a:cs typeface="Arial" panose="020B0604020202020204" pitchFamily="34" charset="0"/>
                        </a:rPr>
                        <a:t>You can preview your poster at any time by pressing the </a:t>
                      </a:r>
                      <a:r>
                        <a:rPr lang="en-US" sz="1500" dirty="0">
                          <a:solidFill>
                            <a:srgbClr val="FFC000"/>
                          </a:solidFill>
                          <a:latin typeface="Arial" panose="020B0604020202020204" pitchFamily="34" charset="0"/>
                          <a:cs typeface="Arial" panose="020B0604020202020204" pitchFamily="34" charset="0"/>
                        </a:rPr>
                        <a:t>F5 key</a:t>
                      </a:r>
                      <a:r>
                        <a:rPr lang="en-US" sz="15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500" dirty="0">
                          <a:solidFill>
                            <a:srgbClr val="FFC000"/>
                          </a:solidFill>
                          <a:latin typeface="Arial" panose="020B0604020202020204" pitchFamily="34" charset="0"/>
                          <a:cs typeface="Arial" panose="020B0604020202020204" pitchFamily="34" charset="0"/>
                        </a:rPr>
                        <a:t>ESC key </a:t>
                      </a:r>
                      <a:r>
                        <a:rPr lang="en-US" sz="1500" dirty="0">
                          <a:solidFill>
                            <a:srgbClr val="D9D9D9"/>
                          </a:solidFill>
                          <a:latin typeface="Arial" panose="020B0604020202020204" pitchFamily="34" charset="0"/>
                          <a:cs typeface="Arial" panose="020B0604020202020204" pitchFamily="34" charset="0"/>
                        </a:rPr>
                        <a:t>to exit Preview.</a:t>
                      </a:r>
                    </a:p>
                  </a:txBody>
                  <a:tcPr marL="108661" marR="108661" marT="54248" marB="54248">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6700" b="1" dirty="0">
                          <a:solidFill>
                            <a:srgbClr val="D9D9D9"/>
                          </a:solidFill>
                          <a:latin typeface="Arial" panose="020B0604020202020204" pitchFamily="34" charset="0"/>
                          <a:cs typeface="Arial" panose="020B0604020202020204" pitchFamily="34" charset="0"/>
                        </a:rPr>
                        <a:t>F5</a:t>
                      </a:r>
                      <a:r>
                        <a:rPr lang="en-US" sz="1500" baseline="0" dirty="0">
                          <a:solidFill>
                            <a:srgbClr val="D9D9D9"/>
                          </a:solidFill>
                          <a:latin typeface="Arial" panose="020B0604020202020204" pitchFamily="34" charset="0"/>
                          <a:cs typeface="Arial" panose="020B0604020202020204" pitchFamily="34" charset="0"/>
                        </a:rPr>
                        <a:t> </a:t>
                      </a:r>
                      <a:endParaRPr lang="en-US" sz="6800" dirty="0"/>
                    </a:p>
                  </a:txBody>
                  <a:tcPr marL="121911" marR="60955" marT="79882" marB="26627" anchor="ctr">
                    <a:solidFill>
                      <a:schemeClr val="tx1">
                        <a:lumMod val="95000"/>
                        <a:lumOff val="5000"/>
                      </a:schemeClr>
                    </a:solidFill>
                  </a:tcPr>
                </a:tc>
                <a:extLst>
                  <a:ext uri="{0D108BD9-81ED-4DB2-BD59-A6C34878D82A}">
                    <a16:rowId xmlns:a16="http://schemas.microsoft.com/office/drawing/2014/main" val="10006"/>
                  </a:ext>
                </a:extLst>
              </a:tr>
              <a:tr h="104575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a:cs typeface="Arial"/>
                      </a:endParaRPr>
                    </a:p>
                  </a:txBody>
                  <a:tcPr marL="108661" marR="108661" marT="54248" marB="54248">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5037788">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D9D9D9"/>
                          </a:solidFill>
                          <a:latin typeface="Arial"/>
                          <a:cs typeface="Arial"/>
                        </a:rPr>
                        <a:t>Submit your poster and add it to the Research Poster Virtual Library.</a:t>
                      </a:r>
                      <a:br>
                        <a:rPr lang="en-US" sz="1600" b="1" noProof="0" dirty="0">
                          <a:solidFill>
                            <a:srgbClr val="D9D9D9"/>
                          </a:solidFill>
                          <a:latin typeface="Arial"/>
                          <a:cs typeface="Arial"/>
                        </a:rPr>
                      </a:br>
                      <a:br>
                        <a:rPr lang="en-US" sz="1600" b="1" noProof="0" dirty="0">
                          <a:solidFill>
                            <a:srgbClr val="D9D9D9"/>
                          </a:solidFill>
                          <a:latin typeface="Arial"/>
                          <a:cs typeface="Arial"/>
                        </a:rPr>
                      </a:br>
                      <a:r>
                        <a:rPr lang="en-US" sz="1600" b="1" noProof="0" dirty="0">
                          <a:solidFill>
                            <a:schemeClr val="accent4"/>
                          </a:solidFill>
                          <a:latin typeface="Arial"/>
                          <a:cs typeface="Arial"/>
                        </a:rPr>
                        <a:t>Continuous</a:t>
                      </a:r>
                      <a:r>
                        <a:rPr lang="en-US" sz="1600" b="1" noProof="0" dirty="0">
                          <a:solidFill>
                            <a:srgbClr val="D9D9D9"/>
                          </a:solidFill>
                          <a:latin typeface="Arial"/>
                          <a:cs typeface="Arial"/>
                        </a:rPr>
                        <a:t> </a:t>
                      </a:r>
                      <a:r>
                        <a:rPr lang="en-US" sz="16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Published posters can easily be presented at virtual conferences. Perfect solution for organizers of meetings and conferences.</a:t>
                      </a:r>
                      <a:br>
                        <a:rPr lang="en-US" sz="1600" b="1" noProof="0" dirty="0">
                          <a:solidFill>
                            <a:srgbClr val="D9D9D9"/>
                          </a:solidFill>
                          <a:latin typeface="Arial"/>
                          <a:cs typeface="Arial"/>
                        </a:rPr>
                      </a:b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8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8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txBody>
                  <a:tcPr marL="108661" marR="108661" marT="54248" marB="54248">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877874">
                <a:tc gridSpan="3">
                  <a:txBody>
                    <a:bodyPr/>
                    <a:lstStyle/>
                    <a:p>
                      <a:endParaRPr lang="en-US" sz="1500" dirty="0">
                        <a:solidFill>
                          <a:srgbClr val="1F3A4E"/>
                        </a:solidFill>
                      </a:endParaRPr>
                    </a:p>
                  </a:txBody>
                  <a:tcPr marL="108661" marR="108661" marT="54248" marB="54248">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638795">
                <a:tc>
                  <a:txBody>
                    <a:bodyPr/>
                    <a:lstStyle/>
                    <a:p>
                      <a:pPr>
                        <a:lnSpc>
                          <a:spcPct val="100000"/>
                        </a:lnSpc>
                      </a:pPr>
                      <a:r>
                        <a:rPr lang="en-US" sz="1100" dirty="0">
                          <a:solidFill>
                            <a:schemeClr val="bg1">
                              <a:lumMod val="85000"/>
                            </a:schemeClr>
                          </a:solidFill>
                          <a:latin typeface="Arial"/>
                          <a:cs typeface="Arial"/>
                        </a:rPr>
                        <a:t>© 2020</a:t>
                      </a:r>
                      <a:r>
                        <a:rPr lang="en-US" sz="1100" baseline="0" dirty="0">
                          <a:solidFill>
                            <a:schemeClr val="bg1">
                              <a:lumMod val="85000"/>
                            </a:schemeClr>
                          </a:solidFill>
                          <a:latin typeface="Arial"/>
                          <a:cs typeface="Arial"/>
                        </a:rPr>
                        <a:t> </a:t>
                      </a:r>
                      <a:r>
                        <a:rPr lang="en-US" sz="1100" dirty="0" err="1">
                          <a:solidFill>
                            <a:schemeClr val="bg1">
                              <a:lumMod val="85000"/>
                            </a:schemeClr>
                          </a:solidFill>
                          <a:latin typeface="Arial"/>
                          <a:cs typeface="Arial"/>
                        </a:rPr>
                        <a:t>PosterPresentations.com</a:t>
                      </a:r>
                      <a:br>
                        <a:rPr lang="en-US" sz="1100" dirty="0">
                          <a:solidFill>
                            <a:schemeClr val="bg1">
                              <a:lumMod val="85000"/>
                            </a:schemeClr>
                          </a:solidFill>
                          <a:latin typeface="Arial"/>
                          <a:cs typeface="Arial"/>
                        </a:rPr>
                      </a:br>
                      <a:r>
                        <a:rPr lang="en-US" sz="1100" dirty="0">
                          <a:solidFill>
                            <a:schemeClr val="bg1">
                              <a:lumMod val="85000"/>
                            </a:schemeClr>
                          </a:solidFill>
                          <a:latin typeface="Arial"/>
                          <a:cs typeface="Arial"/>
                        </a:rPr>
                        <a:t>2117 Fourth Street ,</a:t>
                      </a:r>
                      <a:r>
                        <a:rPr lang="en-US" sz="1100" baseline="0" dirty="0">
                          <a:solidFill>
                            <a:schemeClr val="bg1">
                              <a:lumMod val="85000"/>
                            </a:schemeClr>
                          </a:solidFill>
                          <a:latin typeface="Arial"/>
                          <a:cs typeface="Arial"/>
                        </a:rPr>
                        <a:t> STE C        </a:t>
                      </a:r>
                    </a:p>
                    <a:p>
                      <a:pPr>
                        <a:lnSpc>
                          <a:spcPct val="100000"/>
                        </a:lnSpc>
                      </a:pPr>
                      <a:r>
                        <a:rPr lang="en-US" sz="1100" baseline="0" dirty="0">
                          <a:solidFill>
                            <a:schemeClr val="bg1">
                              <a:lumMod val="85000"/>
                            </a:schemeClr>
                          </a:solidFill>
                          <a:latin typeface="Arial"/>
                          <a:cs typeface="Arial"/>
                        </a:rPr>
                        <a:t>Berkeley CA 94710 USA</a:t>
                      </a:r>
                      <a:endParaRPr lang="en-US" sz="1100" dirty="0">
                        <a:solidFill>
                          <a:schemeClr val="bg1">
                            <a:lumMod val="85000"/>
                          </a:schemeClr>
                        </a:solidFill>
                        <a:latin typeface="Arial"/>
                        <a:cs typeface="Arial"/>
                      </a:endParaRPr>
                    </a:p>
                  </a:txBody>
                  <a:tcPr marL="121911" marR="60955" marT="79882" marB="26627">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500" b="1" dirty="0">
                          <a:solidFill>
                            <a:srgbClr val="D0D0D0"/>
                          </a:solidFill>
                          <a:latin typeface="Arial"/>
                          <a:cs typeface="Arial"/>
                        </a:rPr>
                        <a:t>For poster-making tutorials</a:t>
                      </a:r>
                      <a:r>
                        <a:rPr lang="en-US" sz="15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1" dirty="0">
                          <a:solidFill>
                            <a:srgbClr val="FFC000"/>
                          </a:solidFill>
                          <a:latin typeface="Arial"/>
                          <a:cs typeface="Arial"/>
                        </a:rPr>
                        <a:t>https://</a:t>
                      </a:r>
                      <a:r>
                        <a:rPr lang="en-US" sz="1000" b="1" dirty="0" err="1">
                          <a:solidFill>
                            <a:srgbClr val="FFC000"/>
                          </a:solidFill>
                          <a:latin typeface="Arial"/>
                          <a:cs typeface="Arial"/>
                        </a:rPr>
                        <a:t>www.posterpresentations.com</a:t>
                      </a:r>
                      <a:r>
                        <a:rPr lang="en-US" sz="1000" b="1" dirty="0">
                          <a:solidFill>
                            <a:srgbClr val="FFC000"/>
                          </a:solidFill>
                          <a:latin typeface="Arial"/>
                          <a:cs typeface="Arial"/>
                        </a:rPr>
                        <a:t>/</a:t>
                      </a:r>
                      <a:r>
                        <a:rPr lang="en-US" sz="1000" b="1" dirty="0" err="1">
                          <a:solidFill>
                            <a:srgbClr val="FFC000"/>
                          </a:solidFill>
                          <a:latin typeface="Arial"/>
                          <a:cs typeface="Arial"/>
                        </a:rPr>
                        <a:t>helpdesk.html</a:t>
                      </a:r>
                      <a:endParaRPr lang="en-US" sz="1000" dirty="0">
                        <a:solidFill>
                          <a:schemeClr val="bg1">
                            <a:lumMod val="85000"/>
                          </a:schemeClr>
                        </a:solidFill>
                        <a:latin typeface="Arial"/>
                        <a:cs typeface="Arial"/>
                      </a:endParaRPr>
                    </a:p>
                  </a:txBody>
                  <a:tcPr marL="108661" marR="108661" marT="54248" marB="54248">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2" r:id="rId1"/>
  </p:sldLayoutIdLst>
  <p:txStyles>
    <p:titleStyle>
      <a:lvl1pPr algn="ctr" defTabSz="3046811" rtl="0" eaLnBrk="1" latinLnBrk="0" hangingPunct="1">
        <a:spcBef>
          <a:spcPct val="0"/>
        </a:spcBef>
        <a:buNone/>
        <a:defRPr sz="6075" kern="1200">
          <a:solidFill>
            <a:schemeClr val="bg1"/>
          </a:solidFill>
          <a:latin typeface="Trebuchet MS" pitchFamily="34" charset="0"/>
          <a:ea typeface="+mj-ea"/>
          <a:cs typeface="+mj-cs"/>
        </a:defRPr>
      </a:lvl1pPr>
    </p:titleStyle>
    <p:bodyStyle>
      <a:lvl1pPr marL="1142555" indent="-1142555" algn="l" defTabSz="3046811" rtl="0" eaLnBrk="1" latinLnBrk="0" hangingPunct="1">
        <a:spcBef>
          <a:spcPct val="20000"/>
        </a:spcBef>
        <a:buFont typeface="Arial" pitchFamily="34" charset="0"/>
        <a:buChar char="•"/>
        <a:defRPr sz="10691" kern="1200">
          <a:solidFill>
            <a:schemeClr val="tx1"/>
          </a:solidFill>
          <a:latin typeface="+mn-lt"/>
          <a:ea typeface="+mn-ea"/>
          <a:cs typeface="+mn-cs"/>
        </a:defRPr>
      </a:lvl1pPr>
      <a:lvl2pPr marL="2475535" indent="-952128" algn="l" defTabSz="3046811" rtl="0" eaLnBrk="1" latinLnBrk="0" hangingPunct="1">
        <a:spcBef>
          <a:spcPct val="20000"/>
        </a:spcBef>
        <a:buFont typeface="Arial" pitchFamily="34" charset="0"/>
        <a:buChar char="–"/>
        <a:defRPr sz="9355" kern="1200">
          <a:solidFill>
            <a:schemeClr val="tx1"/>
          </a:solidFill>
          <a:latin typeface="+mn-lt"/>
          <a:ea typeface="+mn-ea"/>
          <a:cs typeface="+mn-cs"/>
        </a:defRPr>
      </a:lvl2pPr>
      <a:lvl3pPr marL="3808515" indent="-761703" algn="l" defTabSz="3046811" rtl="0" eaLnBrk="1" latinLnBrk="0" hangingPunct="1">
        <a:spcBef>
          <a:spcPct val="20000"/>
        </a:spcBef>
        <a:buFont typeface="Arial" pitchFamily="34" charset="0"/>
        <a:buChar char="•"/>
        <a:defRPr sz="8018" kern="1200">
          <a:solidFill>
            <a:schemeClr val="tx1"/>
          </a:solidFill>
          <a:latin typeface="+mn-lt"/>
          <a:ea typeface="+mn-ea"/>
          <a:cs typeface="+mn-cs"/>
        </a:defRPr>
      </a:lvl3pPr>
      <a:lvl4pPr marL="533192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4pPr>
      <a:lvl5pPr marL="685532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5pPr>
      <a:lvl6pPr marL="837873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6pPr>
      <a:lvl7pPr marL="990213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7pPr>
      <a:lvl8pPr marL="11425543"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8pPr>
      <a:lvl9pPr marL="12948948"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9pPr>
    </p:bodyStyle>
    <p:otherStyle>
      <a:defPPr>
        <a:defRPr lang="en-US"/>
      </a:defPPr>
      <a:lvl1pPr marL="0" algn="l" defTabSz="3046811" rtl="0" eaLnBrk="1" latinLnBrk="0" hangingPunct="1">
        <a:defRPr sz="5953" kern="1200">
          <a:solidFill>
            <a:schemeClr val="tx1"/>
          </a:solidFill>
          <a:latin typeface="+mn-lt"/>
          <a:ea typeface="+mn-ea"/>
          <a:cs typeface="+mn-cs"/>
        </a:defRPr>
      </a:lvl1pPr>
      <a:lvl2pPr marL="1523406" algn="l" defTabSz="3046811" rtl="0" eaLnBrk="1" latinLnBrk="0" hangingPunct="1">
        <a:defRPr sz="5953" kern="1200">
          <a:solidFill>
            <a:schemeClr val="tx1"/>
          </a:solidFill>
          <a:latin typeface="+mn-lt"/>
          <a:ea typeface="+mn-ea"/>
          <a:cs typeface="+mn-cs"/>
        </a:defRPr>
      </a:lvl2pPr>
      <a:lvl3pPr marL="3046811" algn="l" defTabSz="3046811" rtl="0" eaLnBrk="1" latinLnBrk="0" hangingPunct="1">
        <a:defRPr sz="5953" kern="1200">
          <a:solidFill>
            <a:schemeClr val="tx1"/>
          </a:solidFill>
          <a:latin typeface="+mn-lt"/>
          <a:ea typeface="+mn-ea"/>
          <a:cs typeface="+mn-cs"/>
        </a:defRPr>
      </a:lvl3pPr>
      <a:lvl4pPr marL="4570218" algn="l" defTabSz="3046811" rtl="0" eaLnBrk="1" latinLnBrk="0" hangingPunct="1">
        <a:defRPr sz="5953" kern="1200">
          <a:solidFill>
            <a:schemeClr val="tx1"/>
          </a:solidFill>
          <a:latin typeface="+mn-lt"/>
          <a:ea typeface="+mn-ea"/>
          <a:cs typeface="+mn-cs"/>
        </a:defRPr>
      </a:lvl4pPr>
      <a:lvl5pPr marL="6093623" algn="l" defTabSz="3046811" rtl="0" eaLnBrk="1" latinLnBrk="0" hangingPunct="1">
        <a:defRPr sz="5953" kern="1200">
          <a:solidFill>
            <a:schemeClr val="tx1"/>
          </a:solidFill>
          <a:latin typeface="+mn-lt"/>
          <a:ea typeface="+mn-ea"/>
          <a:cs typeface="+mn-cs"/>
        </a:defRPr>
      </a:lvl5pPr>
      <a:lvl6pPr marL="7617029" algn="l" defTabSz="3046811" rtl="0" eaLnBrk="1" latinLnBrk="0" hangingPunct="1">
        <a:defRPr sz="5953" kern="1200">
          <a:solidFill>
            <a:schemeClr val="tx1"/>
          </a:solidFill>
          <a:latin typeface="+mn-lt"/>
          <a:ea typeface="+mn-ea"/>
          <a:cs typeface="+mn-cs"/>
        </a:defRPr>
      </a:lvl6pPr>
      <a:lvl7pPr marL="9140434" algn="l" defTabSz="3046811" rtl="0" eaLnBrk="1" latinLnBrk="0" hangingPunct="1">
        <a:defRPr sz="5953" kern="1200">
          <a:solidFill>
            <a:schemeClr val="tx1"/>
          </a:solidFill>
          <a:latin typeface="+mn-lt"/>
          <a:ea typeface="+mn-ea"/>
          <a:cs typeface="+mn-cs"/>
        </a:defRPr>
      </a:lvl7pPr>
      <a:lvl8pPr marL="10663840" algn="l" defTabSz="3046811" rtl="0" eaLnBrk="1" latinLnBrk="0" hangingPunct="1">
        <a:defRPr sz="5953" kern="1200">
          <a:solidFill>
            <a:schemeClr val="tx1"/>
          </a:solidFill>
          <a:latin typeface="+mn-lt"/>
          <a:ea typeface="+mn-ea"/>
          <a:cs typeface="+mn-cs"/>
        </a:defRPr>
      </a:lvl8pPr>
      <a:lvl9pPr marL="12187246" algn="l" defTabSz="3046811" rtl="0" eaLnBrk="1" latinLnBrk="0" hangingPunct="1">
        <a:defRPr sz="595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13C9E09-17E0-7E46-9EC7-99AF8216A004}"/>
              </a:ext>
            </a:extLst>
          </p:cNvPr>
          <p:cNvGrpSpPr/>
          <p:nvPr userDrawn="1"/>
        </p:nvGrpSpPr>
        <p:grpSpPr>
          <a:xfrm>
            <a:off x="-98552" y="-65088"/>
            <a:ext cx="33572703" cy="18875375"/>
            <a:chOff x="-81002" y="-57150"/>
            <a:chExt cx="27594003" cy="16573500"/>
          </a:xfrm>
        </p:grpSpPr>
        <p:sp>
          <p:nvSpPr>
            <p:cNvPr id="10" name="Text Box 14"/>
            <p:cNvSpPr txBox="1">
              <a:spLocks noChangeArrowheads="1"/>
            </p:cNvSpPr>
            <p:nvPr userDrawn="1"/>
          </p:nvSpPr>
          <p:spPr bwMode="auto">
            <a:xfrm>
              <a:off x="918370" y="16156940"/>
              <a:ext cx="1571625" cy="194187"/>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64"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sp>
          <p:nvSpPr>
            <p:cNvPr id="74" name="Freeform 73"/>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dirty="0"/>
            </a:p>
          </p:txBody>
        </p:sp>
        <p:sp>
          <p:nvSpPr>
            <p:cNvPr id="75" name="Freeform 74"/>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76" name="Freeform 75"/>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77" name="Text Box 14"/>
            <p:cNvSpPr txBox="1">
              <a:spLocks noChangeArrowheads="1"/>
            </p:cNvSpPr>
            <p:nvPr userDrawn="1"/>
          </p:nvSpPr>
          <p:spPr bwMode="auto">
            <a:xfrm>
              <a:off x="918368" y="15962954"/>
              <a:ext cx="1571625" cy="204884"/>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86"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grpSp>
    </p:spTree>
    <p:extLst>
      <p:ext uri="{BB962C8B-B14F-4D97-AF65-F5344CB8AC3E}">
        <p14:creationId xmlns:p14="http://schemas.microsoft.com/office/powerpoint/2010/main" val="3254691146"/>
      </p:ext>
    </p:extLst>
  </p:cSld>
  <p:clrMap bg1="lt1" tx1="dk1" bg2="lt2" tx2="dk2" accent1="accent1" accent2="accent2" accent3="accent3" accent4="accent4" accent5="accent5" accent6="accent6" hlink="hlink" folHlink="folHlink"/>
  <p:sldLayoutIdLst>
    <p:sldLayoutId id="2147483660" r:id="rId1"/>
  </p:sldLayoutIdLst>
  <p:txStyles>
    <p:titleStyle>
      <a:lvl1pPr algn="ctr" defTabSz="3046811" rtl="0" eaLnBrk="1" latinLnBrk="0" hangingPunct="1">
        <a:spcBef>
          <a:spcPct val="0"/>
        </a:spcBef>
        <a:buNone/>
        <a:defRPr sz="6075" kern="1200">
          <a:solidFill>
            <a:schemeClr val="bg1"/>
          </a:solidFill>
          <a:latin typeface="Trebuchet MS" pitchFamily="34" charset="0"/>
          <a:ea typeface="+mj-ea"/>
          <a:cs typeface="+mj-cs"/>
        </a:defRPr>
      </a:lvl1pPr>
    </p:titleStyle>
    <p:bodyStyle>
      <a:lvl1pPr marL="1142555" indent="-1142555" algn="l" defTabSz="3046811" rtl="0" eaLnBrk="1" latinLnBrk="0" hangingPunct="1">
        <a:spcBef>
          <a:spcPct val="20000"/>
        </a:spcBef>
        <a:buFont typeface="Arial" pitchFamily="34" charset="0"/>
        <a:buChar char="•"/>
        <a:defRPr sz="10691" kern="1200">
          <a:solidFill>
            <a:schemeClr val="tx1"/>
          </a:solidFill>
          <a:latin typeface="+mn-lt"/>
          <a:ea typeface="+mn-ea"/>
          <a:cs typeface="+mn-cs"/>
        </a:defRPr>
      </a:lvl1pPr>
      <a:lvl2pPr marL="2475535" indent="-952128" algn="l" defTabSz="3046811" rtl="0" eaLnBrk="1" latinLnBrk="0" hangingPunct="1">
        <a:spcBef>
          <a:spcPct val="20000"/>
        </a:spcBef>
        <a:buFont typeface="Arial" pitchFamily="34" charset="0"/>
        <a:buChar char="–"/>
        <a:defRPr sz="9355" kern="1200">
          <a:solidFill>
            <a:schemeClr val="tx1"/>
          </a:solidFill>
          <a:latin typeface="+mn-lt"/>
          <a:ea typeface="+mn-ea"/>
          <a:cs typeface="+mn-cs"/>
        </a:defRPr>
      </a:lvl2pPr>
      <a:lvl3pPr marL="3808515" indent="-761703" algn="l" defTabSz="3046811" rtl="0" eaLnBrk="1" latinLnBrk="0" hangingPunct="1">
        <a:spcBef>
          <a:spcPct val="20000"/>
        </a:spcBef>
        <a:buFont typeface="Arial" pitchFamily="34" charset="0"/>
        <a:buChar char="•"/>
        <a:defRPr sz="8018" kern="1200">
          <a:solidFill>
            <a:schemeClr val="tx1"/>
          </a:solidFill>
          <a:latin typeface="+mn-lt"/>
          <a:ea typeface="+mn-ea"/>
          <a:cs typeface="+mn-cs"/>
        </a:defRPr>
      </a:lvl3pPr>
      <a:lvl4pPr marL="533192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4pPr>
      <a:lvl5pPr marL="685532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5pPr>
      <a:lvl6pPr marL="837873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6pPr>
      <a:lvl7pPr marL="990213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7pPr>
      <a:lvl8pPr marL="11425543"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8pPr>
      <a:lvl9pPr marL="12948948"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9pPr>
    </p:bodyStyle>
    <p:otherStyle>
      <a:defPPr>
        <a:defRPr lang="en-US"/>
      </a:defPPr>
      <a:lvl1pPr marL="0" algn="l" defTabSz="3046811" rtl="0" eaLnBrk="1" latinLnBrk="0" hangingPunct="1">
        <a:defRPr sz="5953" kern="1200">
          <a:solidFill>
            <a:schemeClr val="tx1"/>
          </a:solidFill>
          <a:latin typeface="+mn-lt"/>
          <a:ea typeface="+mn-ea"/>
          <a:cs typeface="+mn-cs"/>
        </a:defRPr>
      </a:lvl1pPr>
      <a:lvl2pPr marL="1523406" algn="l" defTabSz="3046811" rtl="0" eaLnBrk="1" latinLnBrk="0" hangingPunct="1">
        <a:defRPr sz="5953" kern="1200">
          <a:solidFill>
            <a:schemeClr val="tx1"/>
          </a:solidFill>
          <a:latin typeface="+mn-lt"/>
          <a:ea typeface="+mn-ea"/>
          <a:cs typeface="+mn-cs"/>
        </a:defRPr>
      </a:lvl2pPr>
      <a:lvl3pPr marL="3046811" algn="l" defTabSz="3046811" rtl="0" eaLnBrk="1" latinLnBrk="0" hangingPunct="1">
        <a:defRPr sz="5953" kern="1200">
          <a:solidFill>
            <a:schemeClr val="tx1"/>
          </a:solidFill>
          <a:latin typeface="+mn-lt"/>
          <a:ea typeface="+mn-ea"/>
          <a:cs typeface="+mn-cs"/>
        </a:defRPr>
      </a:lvl3pPr>
      <a:lvl4pPr marL="4570218" algn="l" defTabSz="3046811" rtl="0" eaLnBrk="1" latinLnBrk="0" hangingPunct="1">
        <a:defRPr sz="5953" kern="1200">
          <a:solidFill>
            <a:schemeClr val="tx1"/>
          </a:solidFill>
          <a:latin typeface="+mn-lt"/>
          <a:ea typeface="+mn-ea"/>
          <a:cs typeface="+mn-cs"/>
        </a:defRPr>
      </a:lvl4pPr>
      <a:lvl5pPr marL="6093623" algn="l" defTabSz="3046811" rtl="0" eaLnBrk="1" latinLnBrk="0" hangingPunct="1">
        <a:defRPr sz="5953" kern="1200">
          <a:solidFill>
            <a:schemeClr val="tx1"/>
          </a:solidFill>
          <a:latin typeface="+mn-lt"/>
          <a:ea typeface="+mn-ea"/>
          <a:cs typeface="+mn-cs"/>
        </a:defRPr>
      </a:lvl5pPr>
      <a:lvl6pPr marL="7617029" algn="l" defTabSz="3046811" rtl="0" eaLnBrk="1" latinLnBrk="0" hangingPunct="1">
        <a:defRPr sz="5953" kern="1200">
          <a:solidFill>
            <a:schemeClr val="tx1"/>
          </a:solidFill>
          <a:latin typeface="+mn-lt"/>
          <a:ea typeface="+mn-ea"/>
          <a:cs typeface="+mn-cs"/>
        </a:defRPr>
      </a:lvl6pPr>
      <a:lvl7pPr marL="9140434" algn="l" defTabSz="3046811" rtl="0" eaLnBrk="1" latinLnBrk="0" hangingPunct="1">
        <a:defRPr sz="5953" kern="1200">
          <a:solidFill>
            <a:schemeClr val="tx1"/>
          </a:solidFill>
          <a:latin typeface="+mn-lt"/>
          <a:ea typeface="+mn-ea"/>
          <a:cs typeface="+mn-cs"/>
        </a:defRPr>
      </a:lvl7pPr>
      <a:lvl8pPr marL="10663840" algn="l" defTabSz="3046811" rtl="0" eaLnBrk="1" latinLnBrk="0" hangingPunct="1">
        <a:defRPr sz="5953" kern="1200">
          <a:solidFill>
            <a:schemeClr val="tx1"/>
          </a:solidFill>
          <a:latin typeface="+mn-lt"/>
          <a:ea typeface="+mn-ea"/>
          <a:cs typeface="+mn-cs"/>
        </a:defRPr>
      </a:lvl8pPr>
      <a:lvl9pPr marL="12187246" algn="l" defTabSz="3046811" rtl="0" eaLnBrk="1" latinLnBrk="0" hangingPunct="1">
        <a:defRPr sz="595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88D2DC4-BB04-E448-8C7E-D83ECE59E0A9}"/>
              </a:ext>
            </a:extLst>
          </p:cNvPr>
          <p:cNvGrpSpPr/>
          <p:nvPr userDrawn="1"/>
        </p:nvGrpSpPr>
        <p:grpSpPr>
          <a:xfrm>
            <a:off x="-98552" y="-65088"/>
            <a:ext cx="33572703" cy="18875375"/>
            <a:chOff x="-81002" y="-57150"/>
            <a:chExt cx="27594003" cy="16573500"/>
          </a:xfrm>
        </p:grpSpPr>
        <p:sp>
          <p:nvSpPr>
            <p:cNvPr id="10" name="Text Box 14">
              <a:extLst>
                <a:ext uri="{FF2B5EF4-FFF2-40B4-BE49-F238E27FC236}">
                  <a16:creationId xmlns:a16="http://schemas.microsoft.com/office/drawing/2014/main" id="{9057DDE1-2C35-A94D-AE0E-143FC424CC09}"/>
                </a:ext>
              </a:extLst>
            </p:cNvPr>
            <p:cNvSpPr txBox="1">
              <a:spLocks noChangeArrowheads="1"/>
            </p:cNvSpPr>
            <p:nvPr userDrawn="1"/>
          </p:nvSpPr>
          <p:spPr bwMode="auto">
            <a:xfrm>
              <a:off x="918370" y="16156940"/>
              <a:ext cx="1571625" cy="194187"/>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64"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sp>
          <p:nvSpPr>
            <p:cNvPr id="11" name="Freeform 10">
              <a:extLst>
                <a:ext uri="{FF2B5EF4-FFF2-40B4-BE49-F238E27FC236}">
                  <a16:creationId xmlns:a16="http://schemas.microsoft.com/office/drawing/2014/main" id="{420842D6-2FEB-3848-A8D0-21FB47BA78A6}"/>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dirty="0"/>
            </a:p>
          </p:txBody>
        </p:sp>
        <p:sp>
          <p:nvSpPr>
            <p:cNvPr id="12" name="Freeform 11">
              <a:extLst>
                <a:ext uri="{FF2B5EF4-FFF2-40B4-BE49-F238E27FC236}">
                  <a16:creationId xmlns:a16="http://schemas.microsoft.com/office/drawing/2014/main" id="{E6969F7F-7C4B-DF42-92F1-67600F44C4A2}"/>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13" name="Freeform 12">
              <a:extLst>
                <a:ext uri="{FF2B5EF4-FFF2-40B4-BE49-F238E27FC236}">
                  <a16:creationId xmlns:a16="http://schemas.microsoft.com/office/drawing/2014/main" id="{77827C27-C81F-4244-A3D1-3216516AC38C}"/>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14" name="Text Box 14">
              <a:extLst>
                <a:ext uri="{FF2B5EF4-FFF2-40B4-BE49-F238E27FC236}">
                  <a16:creationId xmlns:a16="http://schemas.microsoft.com/office/drawing/2014/main" id="{B3A834B2-5A03-C44F-82B1-67800C5FEE43}"/>
                </a:ext>
              </a:extLst>
            </p:cNvPr>
            <p:cNvSpPr txBox="1">
              <a:spLocks noChangeArrowheads="1"/>
            </p:cNvSpPr>
            <p:nvPr userDrawn="1"/>
          </p:nvSpPr>
          <p:spPr bwMode="auto">
            <a:xfrm>
              <a:off x="918368" y="15962954"/>
              <a:ext cx="1571625" cy="204884"/>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86"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122E5797-8370-9542-8F10-E667129197F7}"/>
              </a:ext>
            </a:extLst>
          </p:cNvPr>
          <p:cNvGraphicFramePr>
            <a:graphicFrameLocks noGrp="1"/>
          </p:cNvGraphicFramePr>
          <p:nvPr userDrawn="1">
            <p:extLst>
              <p:ext uri="{D42A27DB-BD31-4B8C-83A1-F6EECF244321}">
                <p14:modId xmlns:p14="http://schemas.microsoft.com/office/powerpoint/2010/main" val="1023419766"/>
              </p:ext>
            </p:extLst>
          </p:nvPr>
        </p:nvGraphicFramePr>
        <p:xfrm>
          <a:off x="-6821748" y="54810"/>
          <a:ext cx="6412369" cy="18758375"/>
        </p:xfrm>
        <a:graphic>
          <a:graphicData uri="http://schemas.openxmlformats.org/drawingml/2006/table">
            <a:tbl>
              <a:tblPr firstRow="1" bandRow="1">
                <a:tableStyleId>{5C22544A-7EE6-4342-B048-85BDC9FD1C3A}</a:tableStyleId>
              </a:tblPr>
              <a:tblGrid>
                <a:gridCol w="2749574">
                  <a:extLst>
                    <a:ext uri="{9D8B030D-6E8A-4147-A177-3AD203B41FA5}">
                      <a16:colId xmlns:a16="http://schemas.microsoft.com/office/drawing/2014/main" val="20000"/>
                    </a:ext>
                  </a:extLst>
                </a:gridCol>
                <a:gridCol w="3662796">
                  <a:extLst>
                    <a:ext uri="{9D8B030D-6E8A-4147-A177-3AD203B41FA5}">
                      <a16:colId xmlns:a16="http://schemas.microsoft.com/office/drawing/2014/main" val="20001"/>
                    </a:ext>
                  </a:extLst>
                </a:gridCol>
              </a:tblGrid>
              <a:tr h="76160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200" b="0" spc="600" dirty="0">
                          <a:solidFill>
                            <a:srgbClr val="1F3A4E"/>
                          </a:solidFill>
                          <a:latin typeface="Arial Black" panose="020B0A04020102020204" pitchFamily="34" charset="0"/>
                        </a:rPr>
                        <a:t>QUICK START GUIDE</a:t>
                      </a:r>
                      <a:br>
                        <a:rPr lang="en-US" sz="22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NOT PRINT)</a:t>
                      </a:r>
                      <a:endParaRPr lang="en-US" sz="2200" b="1" spc="600" dirty="0">
                        <a:solidFill>
                          <a:schemeClr val="bg1"/>
                        </a:solidFill>
                        <a:latin typeface="Trebuchet MS" pitchFamily="34" charset="0"/>
                      </a:endParaRPr>
                    </a:p>
                  </a:txBody>
                  <a:tcPr marL="81076" marR="81076" marT="40476" marB="40476">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410454">
                <a:tc gridSpan="2">
                  <a:txBody>
                    <a:bodyPr/>
                    <a:lstStyle/>
                    <a:p>
                      <a:pPr defTabSz="3765639"/>
                      <a:r>
                        <a:rPr lang="en-US" sz="1100" i="0" dirty="0">
                          <a:solidFill>
                            <a:srgbClr val="D9D9D9"/>
                          </a:solidFill>
                          <a:latin typeface="Arial"/>
                          <a:cs typeface="Arial"/>
                        </a:rPr>
                        <a:t>This PowerPoint template produces a </a:t>
                      </a:r>
                      <a:r>
                        <a:rPr lang="en-US" sz="1400" i="0" dirty="0">
                          <a:solidFill>
                            <a:srgbClr val="FFC000"/>
                          </a:solidFill>
                          <a:latin typeface="Arial"/>
                          <a:cs typeface="Arial"/>
                        </a:rPr>
                        <a:t>wide screen size (16:9 Ratio) virtual </a:t>
                      </a:r>
                      <a:r>
                        <a:rPr lang="en-US" sz="1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the  </a:t>
                      </a:r>
                      <a:r>
                        <a:rPr lang="en-US" sz="1100" i="0" dirty="0">
                          <a:solidFill>
                            <a:srgbClr val="FFC000"/>
                          </a:solidFill>
                          <a:latin typeface="Arial"/>
                          <a:cs typeface="Arial"/>
                        </a:rPr>
                        <a:t>HELP DESK</a:t>
                      </a:r>
                      <a:r>
                        <a:rPr lang="en-US" sz="1100" i="0" baseline="0" dirty="0">
                          <a:solidFill>
                            <a:srgbClr val="D9D9D9"/>
                          </a:solidFill>
                          <a:latin typeface="Arial"/>
                          <a:cs typeface="Arial"/>
                        </a:rPr>
                        <a:t> </a:t>
                      </a:r>
                      <a:r>
                        <a:rPr lang="en-US" sz="1100" i="0" dirty="0">
                          <a:solidFill>
                            <a:srgbClr val="D9D9D9"/>
                          </a:solidFill>
                          <a:latin typeface="Arial"/>
                          <a:cs typeface="Arial"/>
                        </a:rPr>
                        <a:t>tab.</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To print your poster using our same-day professional printing service,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a:t>
                      </a:r>
                      <a:r>
                        <a:rPr lang="en-US" sz="1100" i="0" dirty="0">
                          <a:solidFill>
                            <a:srgbClr val="FFC000"/>
                          </a:solidFill>
                          <a:latin typeface="Arial"/>
                          <a:cs typeface="Arial"/>
                        </a:rPr>
                        <a:t>Order your poster</a:t>
                      </a:r>
                      <a:r>
                        <a:rPr lang="en-US" sz="1100" i="0" dirty="0">
                          <a:solidFill>
                            <a:srgbClr val="D9D9D9"/>
                          </a:solidFill>
                          <a:latin typeface="Arial"/>
                          <a:cs typeface="Arial"/>
                        </a:rPr>
                        <a:t>".</a:t>
                      </a:r>
                      <a:endParaRPr lang="en-US" sz="1100" b="1" dirty="0">
                        <a:solidFill>
                          <a:srgbClr val="D9D9D9"/>
                        </a:solidFill>
                        <a:latin typeface="Arial"/>
                        <a:cs typeface="Arial"/>
                      </a:endParaRPr>
                    </a:p>
                  </a:txBody>
                  <a:tcPr marL="81076" marR="81076" marT="40476" marB="40476">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620059">
                <a:tc>
                  <a:txBody>
                    <a:bodyPr/>
                    <a:lstStyle/>
                    <a:p>
                      <a:pPr algn="ctr"/>
                      <a:endParaRPr lang="en-US" sz="14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This is a template for a </a:t>
                      </a:r>
                    </a:p>
                    <a:p>
                      <a:pPr algn="ctr"/>
                      <a:r>
                        <a:rPr lang="en-US" sz="1400" dirty="0">
                          <a:solidFill>
                            <a:schemeClr val="bg1"/>
                          </a:solidFill>
                          <a:latin typeface="Arial" panose="020B0604020202020204" pitchFamily="34" charset="0"/>
                          <a:cs typeface="Arial" panose="020B0604020202020204" pitchFamily="34" charset="0"/>
                        </a:rPr>
                        <a:t>presentation poster</a:t>
                      </a:r>
                      <a:br>
                        <a:rPr lang="en-US" sz="1400" dirty="0">
                          <a:solidFill>
                            <a:schemeClr val="bg1"/>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Virtual</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Wide Screen</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(16:9 Ratio)</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marL="59973" marR="59973" marT="26198" marB="26198">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27 tall x 48 wide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100" b="0" baseline="0" dirty="0">
                          <a:solidFill>
                            <a:srgbClr val="FFC000"/>
                          </a:solidFill>
                          <a:latin typeface="Arial" panose="020B0604020202020204" pitchFamily="34" charset="0"/>
                          <a:cs typeface="Arial" panose="020B0604020202020204" pitchFamily="34" charset="0"/>
                        </a:rPr>
                        <a:t>45 tall x 80 wide</a:t>
                      </a:r>
                    </a:p>
                  </a:txBody>
                  <a:tcPr marL="119946" marR="59973" marT="78594" marB="26198">
                    <a:solidFill>
                      <a:srgbClr val="010101"/>
                    </a:solidFill>
                  </a:tcPr>
                </a:tc>
                <a:extLst>
                  <a:ext uri="{0D108BD9-81ED-4DB2-BD59-A6C34878D82A}">
                    <a16:rowId xmlns:a16="http://schemas.microsoft.com/office/drawing/2014/main" val="10008"/>
                  </a:ext>
                </a:extLst>
              </a:tr>
              <a:tr h="2457480">
                <a:tc>
                  <a:txBody>
                    <a:bodyPr/>
                    <a:lstStyle/>
                    <a:p>
                      <a:endParaRPr lang="en-US" sz="1100" dirty="0">
                        <a:solidFill>
                          <a:srgbClr val="1F3A4E"/>
                        </a:solidFill>
                      </a:endParaRPr>
                    </a:p>
                  </a:txBody>
                  <a:tcPr marL="59973" marR="59973" marT="26198" marB="26198">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0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1. </a:t>
                      </a:r>
                      <a:r>
                        <a:rPr lang="en-US" sz="1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 </a:t>
                      </a:r>
                      <a:r>
                        <a:rPr lang="en-US" sz="1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19946" marR="59973" marT="78594" marB="26198">
                    <a:solidFill>
                      <a:srgbClr val="010101"/>
                    </a:solidFill>
                  </a:tcPr>
                </a:tc>
                <a:extLst>
                  <a:ext uri="{0D108BD9-81ED-4DB2-BD59-A6C34878D82A}">
                    <a16:rowId xmlns:a16="http://schemas.microsoft.com/office/drawing/2014/main" val="10001"/>
                  </a:ext>
                </a:extLst>
              </a:tr>
              <a:tr h="106445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62152" marR="81076" marT="121429" marB="40476">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191401">
                <a:tc>
                  <a:txBody>
                    <a:bodyPr/>
                    <a:lstStyle/>
                    <a:p>
                      <a:endParaRPr lang="en-US" sz="1100" dirty="0">
                        <a:solidFill>
                          <a:srgbClr val="1F3A4E"/>
                        </a:solidFill>
                      </a:endParaRPr>
                    </a:p>
                  </a:txBody>
                  <a:tcPr marL="59973" marR="59973" marT="26198" marB="26198">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19946" marR="59973" marT="78594" marB="26198">
                    <a:solidFill>
                      <a:srgbClr val="010101"/>
                    </a:solidFill>
                  </a:tcPr>
                </a:tc>
                <a:extLst>
                  <a:ext uri="{0D108BD9-81ED-4DB2-BD59-A6C34878D82A}">
                    <a16:rowId xmlns:a16="http://schemas.microsoft.com/office/drawing/2014/main" val="10003"/>
                  </a:ext>
                </a:extLst>
              </a:tr>
              <a:tr h="2016512">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100" dirty="0">
                        <a:solidFill>
                          <a:srgbClr val="D9D9D9"/>
                        </a:solidFill>
                        <a:latin typeface="Arial" panose="020B0604020202020204" pitchFamily="34" charset="0"/>
                        <a:cs typeface="Arial" panose="020B0604020202020204" pitchFamily="34" charset="0"/>
                      </a:endParaRPr>
                    </a:p>
                  </a:txBody>
                  <a:tcPr marL="162152" marR="81076" marT="121429" marB="40476">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36243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81076" marR="81076" marT="40476" marB="40476">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314018">
                <a:tc gridSpan="2">
                  <a:txBody>
                    <a:bodyPr/>
                    <a:lstStyle/>
                    <a:p>
                      <a:endParaRPr lang="en-US" sz="1100" dirty="0">
                        <a:solidFill>
                          <a:schemeClr val="bg1"/>
                        </a:solidFill>
                        <a:latin typeface="Arial" panose="020B0604020202020204" pitchFamily="34" charset="0"/>
                        <a:cs typeface="Arial" panose="020B0604020202020204" pitchFamily="34" charset="0"/>
                      </a:endParaRPr>
                    </a:p>
                  </a:txBody>
                  <a:tcPr marL="81076" marR="81076" marT="40476" marB="40476">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73361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100" noProof="0" dirty="0">
                          <a:solidFill>
                            <a:srgbClr val="D9D9D9"/>
                          </a:solidFill>
                          <a:latin typeface="Arial"/>
                          <a:cs typeface="Arial"/>
                        </a:rPr>
                        <a:t>Zoom in and look at your images at 100%-200% magnification. If they look clear, they will print well. </a:t>
                      </a:r>
                    </a:p>
                  </a:txBody>
                  <a:tcPr marL="81076" marR="81076" marT="40476" marB="40476">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82635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latin typeface="Arial"/>
                        <a:cs typeface="Arial"/>
                      </a:endParaRPr>
                    </a:p>
                  </a:txBody>
                  <a:tcPr marL="81076" marR="81076" marT="40476" marB="40476">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7" name="Table 16">
            <a:extLst>
              <a:ext uri="{FF2B5EF4-FFF2-40B4-BE49-F238E27FC236}">
                <a16:creationId xmlns:a16="http://schemas.microsoft.com/office/drawing/2014/main" id="{89064987-859E-D34C-A9F6-834407C918E7}"/>
              </a:ext>
            </a:extLst>
          </p:cNvPr>
          <p:cNvGraphicFramePr>
            <a:graphicFrameLocks noGrp="1"/>
          </p:cNvGraphicFramePr>
          <p:nvPr userDrawn="1">
            <p:extLst>
              <p:ext uri="{D42A27DB-BD31-4B8C-83A1-F6EECF244321}">
                <p14:modId xmlns:p14="http://schemas.microsoft.com/office/powerpoint/2010/main" val="3994703566"/>
              </p:ext>
            </p:extLst>
          </p:nvPr>
        </p:nvGraphicFramePr>
        <p:xfrm>
          <a:off x="33784981" y="0"/>
          <a:ext cx="6412369" cy="18754541"/>
        </p:xfrm>
        <a:graphic>
          <a:graphicData uri="http://schemas.openxmlformats.org/drawingml/2006/table">
            <a:tbl>
              <a:tblPr firstRow="1" bandRow="1">
                <a:tableStyleId>{5C22544A-7EE6-4342-B048-85BDC9FD1C3A}</a:tableStyleId>
              </a:tblPr>
              <a:tblGrid>
                <a:gridCol w="2390391">
                  <a:extLst>
                    <a:ext uri="{9D8B030D-6E8A-4147-A177-3AD203B41FA5}">
                      <a16:colId xmlns:a16="http://schemas.microsoft.com/office/drawing/2014/main" val="20000"/>
                    </a:ext>
                  </a:extLst>
                </a:gridCol>
                <a:gridCol w="777579">
                  <a:extLst>
                    <a:ext uri="{9D8B030D-6E8A-4147-A177-3AD203B41FA5}">
                      <a16:colId xmlns:a16="http://schemas.microsoft.com/office/drawing/2014/main" val="997673227"/>
                    </a:ext>
                  </a:extLst>
                </a:gridCol>
                <a:gridCol w="3244399">
                  <a:extLst>
                    <a:ext uri="{9D8B030D-6E8A-4147-A177-3AD203B41FA5}">
                      <a16:colId xmlns:a16="http://schemas.microsoft.com/office/drawing/2014/main" val="3407509820"/>
                    </a:ext>
                  </a:extLst>
                </a:gridCol>
              </a:tblGrid>
              <a:tr h="768048">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NOT PRINT)</a:t>
                      </a:r>
                      <a:endParaRPr lang="en-US" sz="2400" b="1" spc="600" dirty="0">
                        <a:solidFill>
                          <a:schemeClr val="bg1"/>
                        </a:solidFill>
                        <a:latin typeface="Trebuchet MS" pitchFamily="34" charset="0"/>
                      </a:endParaRPr>
                    </a:p>
                  </a:txBody>
                  <a:tcPr marL="108661" marR="108661" marT="54248" marB="54248">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3076485">
                <a:tc gridSpan="3">
                  <a:txBody>
                    <a:bodyPr/>
                    <a:lstStyle/>
                    <a:p>
                      <a:pPr algn="l"/>
                      <a:r>
                        <a:rPr lang="en-US" sz="17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5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500" dirty="0">
                        <a:solidFill>
                          <a:srgbClr val="FFC000"/>
                        </a:solidFill>
                      </a:endParaRP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08661" marR="108661" marT="54248" marB="54248">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605524">
                <a:tc gridSpan="3">
                  <a:txBody>
                    <a:bodyPr/>
                    <a:lstStyle/>
                    <a:p>
                      <a:r>
                        <a:rPr lang="en-US" sz="1700" b="1" dirty="0">
                          <a:solidFill>
                            <a:srgbClr val="FFC000"/>
                          </a:solidFill>
                          <a:latin typeface="Arial" panose="020B0604020202020204" pitchFamily="34" charset="0"/>
                          <a:cs typeface="Arial" panose="020B0604020202020204" pitchFamily="34" charset="0"/>
                        </a:rPr>
                        <a:t>How to change the column layout configuration</a:t>
                      </a:r>
                    </a:p>
                    <a:p>
                      <a:r>
                        <a:rPr lang="en-US" sz="15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500" dirty="0">
                          <a:solidFill>
                            <a:srgbClr val="D9D9D9"/>
                          </a:solidFill>
                          <a:latin typeface="Arial" panose="020B0604020202020204" pitchFamily="34" charset="0"/>
                          <a:cs typeface="Arial" panose="020B0604020202020204" pitchFamily="34" charset="0"/>
                        </a:rPr>
                        <a:t>You can see a tutorial here: </a:t>
                      </a:r>
                      <a:r>
                        <a:rPr lang="en-US" sz="1500" u="sng" dirty="0">
                          <a:solidFill>
                            <a:srgbClr val="FFC000"/>
                          </a:solidFill>
                          <a:latin typeface="Arial" panose="020B0604020202020204" pitchFamily="34" charset="0"/>
                          <a:cs typeface="Arial" panose="020B0604020202020204" pitchFamily="34" charset="0"/>
                        </a:rPr>
                        <a:t>https://</a:t>
                      </a:r>
                      <a:r>
                        <a:rPr lang="en-US" sz="1500" u="sng" dirty="0" err="1">
                          <a:solidFill>
                            <a:srgbClr val="FFC000"/>
                          </a:solidFill>
                          <a:latin typeface="Arial" panose="020B0604020202020204" pitchFamily="34" charset="0"/>
                          <a:cs typeface="Arial" panose="020B0604020202020204" pitchFamily="34" charset="0"/>
                        </a:rPr>
                        <a:t>www.posterpresentations.com</a:t>
                      </a:r>
                      <a:r>
                        <a:rPr lang="en-US" sz="1500" u="sng" dirty="0">
                          <a:solidFill>
                            <a:srgbClr val="FFC000"/>
                          </a:solidFill>
                          <a:latin typeface="Arial" panose="020B0604020202020204" pitchFamily="34" charset="0"/>
                          <a:cs typeface="Arial" panose="020B0604020202020204" pitchFamily="34" charset="0"/>
                        </a:rPr>
                        <a:t>/how-to-change-the-column-</a:t>
                      </a:r>
                      <a:r>
                        <a:rPr lang="en-US" sz="1500" u="sng" dirty="0" err="1">
                          <a:solidFill>
                            <a:srgbClr val="FFC000"/>
                          </a:solidFill>
                          <a:latin typeface="Arial" panose="020B0604020202020204" pitchFamily="34" charset="0"/>
                          <a:cs typeface="Arial" panose="020B0604020202020204" pitchFamily="34" charset="0"/>
                        </a:rPr>
                        <a:t>configuration.html</a:t>
                      </a:r>
                      <a:endParaRPr lang="en-US" sz="5000" u="sng" dirty="0">
                        <a:solidFill>
                          <a:srgbClr val="FFC000"/>
                        </a:solidFill>
                      </a:endParaRPr>
                    </a:p>
                  </a:txBody>
                  <a:tcPr marL="217320" marR="108661" marT="162743" marB="54248">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80766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panose="020B0604020202020204" pitchFamily="34" charset="0"/>
                          <a:cs typeface="Arial" panose="020B0604020202020204" pitchFamily="34" charset="0"/>
                        </a:rPr>
                        <a:t>The Quick Start</a:t>
                      </a:r>
                      <a:r>
                        <a:rPr lang="en-US" sz="1500" baseline="0" noProof="0" dirty="0">
                          <a:solidFill>
                            <a:srgbClr val="D9D9D9"/>
                          </a:solidFill>
                          <a:latin typeface="Arial" panose="020B0604020202020204" pitchFamily="34" charset="0"/>
                          <a:cs typeface="Arial" panose="020B0604020202020204" pitchFamily="34" charset="0"/>
                        </a:rPr>
                        <a:t> Guides</a:t>
                      </a:r>
                      <a:r>
                        <a:rPr lang="en-US" sz="1500" noProof="0" dirty="0">
                          <a:solidFill>
                            <a:srgbClr val="D9D9D9"/>
                          </a:solidFill>
                          <a:latin typeface="Arial" panose="020B0604020202020204" pitchFamily="34" charset="0"/>
                          <a:cs typeface="Arial" panose="020B0604020202020204" pitchFamily="34" charset="0"/>
                        </a:rPr>
                        <a:t> </a:t>
                      </a:r>
                      <a:r>
                        <a:rPr lang="en-US" sz="1500" u="sng" noProof="0" dirty="0">
                          <a:solidFill>
                            <a:srgbClr val="D9D9D9"/>
                          </a:solidFill>
                          <a:latin typeface="Arial" panose="020B0604020202020204" pitchFamily="34" charset="0"/>
                          <a:cs typeface="Arial" panose="020B0604020202020204" pitchFamily="34" charset="0"/>
                        </a:rPr>
                        <a:t>are outside the template’s printable area</a:t>
                      </a:r>
                      <a:r>
                        <a:rPr lang="en-US" sz="1500" noProof="0" dirty="0">
                          <a:solidFill>
                            <a:srgbClr val="D9D9D9"/>
                          </a:solidFill>
                          <a:latin typeface="Arial" panose="020B0604020202020204" pitchFamily="34" charset="0"/>
                          <a:cs typeface="Arial" panose="020B0604020202020204" pitchFamily="34" charset="0"/>
                        </a:rPr>
                        <a:t> and they will not be on the printed poster</a:t>
                      </a:r>
                      <a:r>
                        <a:rPr lang="en-US" sz="15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extLst>
                  <a:ext uri="{0D108BD9-81ED-4DB2-BD59-A6C34878D82A}">
                    <a16:rowId xmlns:a16="http://schemas.microsoft.com/office/drawing/2014/main" val="10005"/>
                  </a:ext>
                </a:extLst>
              </a:tr>
              <a:tr h="191358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To hide the guides click on the </a:t>
                      </a:r>
                      <a:r>
                        <a:rPr lang="en-US" sz="1500" b="1" baseline="0" noProof="0" dirty="0">
                          <a:solidFill>
                            <a:srgbClr val="D9D9D9"/>
                          </a:solidFill>
                          <a:latin typeface="Arial" panose="020B0604020202020204" pitchFamily="34" charset="0"/>
                          <a:cs typeface="Arial" panose="020B0604020202020204" pitchFamily="34" charset="0"/>
                        </a:rPr>
                        <a:t>Home</a:t>
                      </a:r>
                      <a:r>
                        <a:rPr lang="en-US" sz="15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500" b="1"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500" b="1" baseline="0" noProof="0" dirty="0">
                          <a:solidFill>
                            <a:srgbClr val="D9D9D9"/>
                          </a:solidFill>
                          <a:latin typeface="Arial" panose="020B0604020202020204" pitchFamily="34" charset="0"/>
                          <a:cs typeface="Arial" panose="020B0604020202020204" pitchFamily="34" charset="0"/>
                        </a:rPr>
                        <a:t>Without Guides </a:t>
                      </a:r>
                      <a:r>
                        <a:rPr lang="en-US" sz="1500" b="0"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a:t>
                      </a:r>
                      <a:endParaRPr lang="en-US" sz="15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983015">
                <a:tc gridSpan="2">
                  <a:txBody>
                    <a:bodyPr/>
                    <a:lstStyle/>
                    <a:p>
                      <a:r>
                        <a:rPr lang="en-US" sz="1700" b="1" dirty="0">
                          <a:solidFill>
                            <a:srgbClr val="FFC000"/>
                          </a:solidFill>
                          <a:latin typeface="Arial" panose="020B0604020202020204" pitchFamily="34" charset="0"/>
                          <a:cs typeface="Arial" panose="020B0604020202020204" pitchFamily="34" charset="0"/>
                        </a:rPr>
                        <a:t>How to</a:t>
                      </a:r>
                      <a:r>
                        <a:rPr lang="en-US" sz="17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700" b="1" dirty="0">
                        <a:solidFill>
                          <a:srgbClr val="FFC000"/>
                        </a:solidFill>
                        <a:latin typeface="Arial" panose="020B0604020202020204" pitchFamily="34" charset="0"/>
                        <a:cs typeface="Arial" panose="020B0604020202020204" pitchFamily="34" charset="0"/>
                      </a:endParaRPr>
                    </a:p>
                    <a:p>
                      <a:r>
                        <a:rPr lang="en-US" sz="1500" dirty="0">
                          <a:solidFill>
                            <a:srgbClr val="D9D9D9"/>
                          </a:solidFill>
                          <a:latin typeface="Arial" panose="020B0604020202020204" pitchFamily="34" charset="0"/>
                          <a:cs typeface="Arial" panose="020B0604020202020204" pitchFamily="34" charset="0"/>
                        </a:rPr>
                        <a:t>You can preview your poster at any time by pressing the </a:t>
                      </a:r>
                      <a:r>
                        <a:rPr lang="en-US" sz="1500" dirty="0">
                          <a:solidFill>
                            <a:srgbClr val="FFC000"/>
                          </a:solidFill>
                          <a:latin typeface="Arial" panose="020B0604020202020204" pitchFamily="34" charset="0"/>
                          <a:cs typeface="Arial" panose="020B0604020202020204" pitchFamily="34" charset="0"/>
                        </a:rPr>
                        <a:t>F5 key</a:t>
                      </a:r>
                      <a:r>
                        <a:rPr lang="en-US" sz="15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500" dirty="0">
                          <a:solidFill>
                            <a:srgbClr val="FFC000"/>
                          </a:solidFill>
                          <a:latin typeface="Arial" panose="020B0604020202020204" pitchFamily="34" charset="0"/>
                          <a:cs typeface="Arial" panose="020B0604020202020204" pitchFamily="34" charset="0"/>
                        </a:rPr>
                        <a:t>ESC key </a:t>
                      </a:r>
                      <a:r>
                        <a:rPr lang="en-US" sz="1500" dirty="0">
                          <a:solidFill>
                            <a:srgbClr val="D9D9D9"/>
                          </a:solidFill>
                          <a:latin typeface="Arial" panose="020B0604020202020204" pitchFamily="34" charset="0"/>
                          <a:cs typeface="Arial" panose="020B0604020202020204" pitchFamily="34" charset="0"/>
                        </a:rPr>
                        <a:t>to exit Preview.</a:t>
                      </a:r>
                    </a:p>
                  </a:txBody>
                  <a:tcPr marL="108661" marR="108661" marT="54248" marB="54248">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6700" b="1" dirty="0">
                          <a:solidFill>
                            <a:srgbClr val="D9D9D9"/>
                          </a:solidFill>
                          <a:latin typeface="Arial" panose="020B0604020202020204" pitchFamily="34" charset="0"/>
                          <a:cs typeface="Arial" panose="020B0604020202020204" pitchFamily="34" charset="0"/>
                        </a:rPr>
                        <a:t>F5</a:t>
                      </a:r>
                      <a:r>
                        <a:rPr lang="en-US" sz="1500" baseline="0" dirty="0">
                          <a:solidFill>
                            <a:srgbClr val="D9D9D9"/>
                          </a:solidFill>
                          <a:latin typeface="Arial" panose="020B0604020202020204" pitchFamily="34" charset="0"/>
                          <a:cs typeface="Arial" panose="020B0604020202020204" pitchFamily="34" charset="0"/>
                        </a:rPr>
                        <a:t> </a:t>
                      </a:r>
                      <a:endParaRPr lang="en-US" sz="6800" dirty="0"/>
                    </a:p>
                  </a:txBody>
                  <a:tcPr marL="121911" marR="60955" marT="79882" marB="26627" anchor="ctr">
                    <a:solidFill>
                      <a:schemeClr val="tx1">
                        <a:lumMod val="95000"/>
                        <a:lumOff val="5000"/>
                      </a:schemeClr>
                    </a:solidFill>
                  </a:tcPr>
                </a:tc>
                <a:extLst>
                  <a:ext uri="{0D108BD9-81ED-4DB2-BD59-A6C34878D82A}">
                    <a16:rowId xmlns:a16="http://schemas.microsoft.com/office/drawing/2014/main" val="10006"/>
                  </a:ext>
                </a:extLst>
              </a:tr>
              <a:tr h="104575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a:cs typeface="Arial"/>
                      </a:endParaRPr>
                    </a:p>
                  </a:txBody>
                  <a:tcPr marL="108661" marR="108661" marT="54248" marB="54248">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5037788">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D9D9D9"/>
                          </a:solidFill>
                          <a:latin typeface="Arial"/>
                          <a:cs typeface="Arial"/>
                        </a:rPr>
                        <a:t>Submit your poster and add it to the Research Poster Virtual Library.</a:t>
                      </a:r>
                      <a:br>
                        <a:rPr lang="en-US" sz="1600" b="1" noProof="0" dirty="0">
                          <a:solidFill>
                            <a:srgbClr val="D9D9D9"/>
                          </a:solidFill>
                          <a:latin typeface="Arial"/>
                          <a:cs typeface="Arial"/>
                        </a:rPr>
                      </a:br>
                      <a:br>
                        <a:rPr lang="en-US" sz="1600" b="1" noProof="0" dirty="0">
                          <a:solidFill>
                            <a:srgbClr val="D9D9D9"/>
                          </a:solidFill>
                          <a:latin typeface="Arial"/>
                          <a:cs typeface="Arial"/>
                        </a:rPr>
                      </a:br>
                      <a:r>
                        <a:rPr lang="en-US" sz="1600" b="1" noProof="0" dirty="0">
                          <a:solidFill>
                            <a:schemeClr val="accent4"/>
                          </a:solidFill>
                          <a:latin typeface="Arial"/>
                          <a:cs typeface="Arial"/>
                        </a:rPr>
                        <a:t>Continuous</a:t>
                      </a:r>
                      <a:r>
                        <a:rPr lang="en-US" sz="1600" b="1" noProof="0" dirty="0">
                          <a:solidFill>
                            <a:srgbClr val="D9D9D9"/>
                          </a:solidFill>
                          <a:latin typeface="Arial"/>
                          <a:cs typeface="Arial"/>
                        </a:rPr>
                        <a:t> </a:t>
                      </a:r>
                      <a:r>
                        <a:rPr lang="en-US" sz="16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Published posters can easily be presented at virtual conferences. Perfect solution for organizers of meetings and conferences.</a:t>
                      </a:r>
                      <a:br>
                        <a:rPr lang="en-US" sz="1600" b="1" noProof="0" dirty="0">
                          <a:solidFill>
                            <a:srgbClr val="D9D9D9"/>
                          </a:solidFill>
                          <a:latin typeface="Arial"/>
                          <a:cs typeface="Arial"/>
                        </a:rPr>
                      </a:b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8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8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txBody>
                  <a:tcPr marL="108661" marR="108661" marT="54248" marB="54248">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877874">
                <a:tc gridSpan="3">
                  <a:txBody>
                    <a:bodyPr/>
                    <a:lstStyle/>
                    <a:p>
                      <a:endParaRPr lang="en-US" sz="1500" dirty="0">
                        <a:solidFill>
                          <a:srgbClr val="1F3A4E"/>
                        </a:solidFill>
                      </a:endParaRPr>
                    </a:p>
                  </a:txBody>
                  <a:tcPr marL="108661" marR="108661" marT="54248" marB="54248">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638795">
                <a:tc>
                  <a:txBody>
                    <a:bodyPr/>
                    <a:lstStyle/>
                    <a:p>
                      <a:pPr>
                        <a:lnSpc>
                          <a:spcPct val="100000"/>
                        </a:lnSpc>
                      </a:pPr>
                      <a:r>
                        <a:rPr lang="en-US" sz="1100" dirty="0">
                          <a:solidFill>
                            <a:schemeClr val="bg1">
                              <a:lumMod val="85000"/>
                            </a:schemeClr>
                          </a:solidFill>
                          <a:latin typeface="Arial"/>
                          <a:cs typeface="Arial"/>
                        </a:rPr>
                        <a:t>© 2020</a:t>
                      </a:r>
                      <a:r>
                        <a:rPr lang="en-US" sz="1100" baseline="0" dirty="0">
                          <a:solidFill>
                            <a:schemeClr val="bg1">
                              <a:lumMod val="85000"/>
                            </a:schemeClr>
                          </a:solidFill>
                          <a:latin typeface="Arial"/>
                          <a:cs typeface="Arial"/>
                        </a:rPr>
                        <a:t> </a:t>
                      </a:r>
                      <a:r>
                        <a:rPr lang="en-US" sz="1100" dirty="0" err="1">
                          <a:solidFill>
                            <a:schemeClr val="bg1">
                              <a:lumMod val="85000"/>
                            </a:schemeClr>
                          </a:solidFill>
                          <a:latin typeface="Arial"/>
                          <a:cs typeface="Arial"/>
                        </a:rPr>
                        <a:t>PosterPresentations.com</a:t>
                      </a:r>
                      <a:br>
                        <a:rPr lang="en-US" sz="1100" dirty="0">
                          <a:solidFill>
                            <a:schemeClr val="bg1">
                              <a:lumMod val="85000"/>
                            </a:schemeClr>
                          </a:solidFill>
                          <a:latin typeface="Arial"/>
                          <a:cs typeface="Arial"/>
                        </a:rPr>
                      </a:br>
                      <a:r>
                        <a:rPr lang="en-US" sz="1100" dirty="0">
                          <a:solidFill>
                            <a:schemeClr val="bg1">
                              <a:lumMod val="85000"/>
                            </a:schemeClr>
                          </a:solidFill>
                          <a:latin typeface="Arial"/>
                          <a:cs typeface="Arial"/>
                        </a:rPr>
                        <a:t>2117 Fourth Street ,</a:t>
                      </a:r>
                      <a:r>
                        <a:rPr lang="en-US" sz="1100" baseline="0" dirty="0">
                          <a:solidFill>
                            <a:schemeClr val="bg1">
                              <a:lumMod val="85000"/>
                            </a:schemeClr>
                          </a:solidFill>
                          <a:latin typeface="Arial"/>
                          <a:cs typeface="Arial"/>
                        </a:rPr>
                        <a:t> STE C        </a:t>
                      </a:r>
                    </a:p>
                    <a:p>
                      <a:pPr>
                        <a:lnSpc>
                          <a:spcPct val="100000"/>
                        </a:lnSpc>
                      </a:pPr>
                      <a:r>
                        <a:rPr lang="en-US" sz="1100" baseline="0" dirty="0">
                          <a:solidFill>
                            <a:schemeClr val="bg1">
                              <a:lumMod val="85000"/>
                            </a:schemeClr>
                          </a:solidFill>
                          <a:latin typeface="Arial"/>
                          <a:cs typeface="Arial"/>
                        </a:rPr>
                        <a:t>Berkeley CA 94710 USA</a:t>
                      </a:r>
                      <a:endParaRPr lang="en-US" sz="1100" dirty="0">
                        <a:solidFill>
                          <a:schemeClr val="bg1">
                            <a:lumMod val="85000"/>
                          </a:schemeClr>
                        </a:solidFill>
                        <a:latin typeface="Arial"/>
                        <a:cs typeface="Arial"/>
                      </a:endParaRPr>
                    </a:p>
                  </a:txBody>
                  <a:tcPr marL="121911" marR="60955" marT="79882" marB="26627">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500" b="1" dirty="0">
                          <a:solidFill>
                            <a:srgbClr val="D0D0D0"/>
                          </a:solidFill>
                          <a:latin typeface="Arial"/>
                          <a:cs typeface="Arial"/>
                        </a:rPr>
                        <a:t>For poster-making tutorials</a:t>
                      </a:r>
                      <a:r>
                        <a:rPr lang="en-US" sz="15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1" dirty="0">
                          <a:solidFill>
                            <a:srgbClr val="FFC000"/>
                          </a:solidFill>
                          <a:latin typeface="Arial"/>
                          <a:cs typeface="Arial"/>
                        </a:rPr>
                        <a:t>https://</a:t>
                      </a:r>
                      <a:r>
                        <a:rPr lang="en-US" sz="1000" b="1" dirty="0" err="1">
                          <a:solidFill>
                            <a:srgbClr val="FFC000"/>
                          </a:solidFill>
                          <a:latin typeface="Arial"/>
                          <a:cs typeface="Arial"/>
                        </a:rPr>
                        <a:t>www.posterpresentations.com</a:t>
                      </a:r>
                      <a:r>
                        <a:rPr lang="en-US" sz="1000" b="1" dirty="0">
                          <a:solidFill>
                            <a:srgbClr val="FFC000"/>
                          </a:solidFill>
                          <a:latin typeface="Arial"/>
                          <a:cs typeface="Arial"/>
                        </a:rPr>
                        <a:t>/</a:t>
                      </a:r>
                      <a:r>
                        <a:rPr lang="en-US" sz="1000" b="1" dirty="0" err="1">
                          <a:solidFill>
                            <a:srgbClr val="FFC000"/>
                          </a:solidFill>
                          <a:latin typeface="Arial"/>
                          <a:cs typeface="Arial"/>
                        </a:rPr>
                        <a:t>helpdesk.html</a:t>
                      </a:r>
                      <a:endParaRPr lang="en-US" sz="1000" dirty="0">
                        <a:solidFill>
                          <a:schemeClr val="bg1">
                            <a:lumMod val="85000"/>
                          </a:schemeClr>
                        </a:solidFill>
                        <a:latin typeface="Arial"/>
                        <a:cs typeface="Arial"/>
                      </a:endParaRPr>
                    </a:p>
                  </a:txBody>
                  <a:tcPr marL="108661" marR="108661" marT="54248" marB="54248">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8" r:id="rId1"/>
  </p:sldLayoutIdLst>
  <p:txStyles>
    <p:titleStyle>
      <a:lvl1pPr algn="ctr" defTabSz="3046811" rtl="0" eaLnBrk="1" latinLnBrk="0" hangingPunct="1">
        <a:spcBef>
          <a:spcPct val="0"/>
        </a:spcBef>
        <a:buNone/>
        <a:defRPr sz="6075" kern="1200">
          <a:solidFill>
            <a:schemeClr val="bg1"/>
          </a:solidFill>
          <a:latin typeface="Trebuchet MS" pitchFamily="34" charset="0"/>
          <a:ea typeface="+mj-ea"/>
          <a:cs typeface="+mj-cs"/>
        </a:defRPr>
      </a:lvl1pPr>
    </p:titleStyle>
    <p:bodyStyle>
      <a:lvl1pPr marL="1142555" indent="-1142555" algn="l" defTabSz="3046811" rtl="0" eaLnBrk="1" latinLnBrk="0" hangingPunct="1">
        <a:spcBef>
          <a:spcPct val="20000"/>
        </a:spcBef>
        <a:buFont typeface="Arial" pitchFamily="34" charset="0"/>
        <a:buChar char="•"/>
        <a:defRPr sz="10691" kern="1200">
          <a:solidFill>
            <a:schemeClr val="tx1"/>
          </a:solidFill>
          <a:latin typeface="+mn-lt"/>
          <a:ea typeface="+mn-ea"/>
          <a:cs typeface="+mn-cs"/>
        </a:defRPr>
      </a:lvl1pPr>
      <a:lvl2pPr marL="2475535" indent="-952128" algn="l" defTabSz="3046811" rtl="0" eaLnBrk="1" latinLnBrk="0" hangingPunct="1">
        <a:spcBef>
          <a:spcPct val="20000"/>
        </a:spcBef>
        <a:buFont typeface="Arial" pitchFamily="34" charset="0"/>
        <a:buChar char="–"/>
        <a:defRPr sz="9355" kern="1200">
          <a:solidFill>
            <a:schemeClr val="tx1"/>
          </a:solidFill>
          <a:latin typeface="+mn-lt"/>
          <a:ea typeface="+mn-ea"/>
          <a:cs typeface="+mn-cs"/>
        </a:defRPr>
      </a:lvl2pPr>
      <a:lvl3pPr marL="3808515" indent="-761703" algn="l" defTabSz="3046811" rtl="0" eaLnBrk="1" latinLnBrk="0" hangingPunct="1">
        <a:spcBef>
          <a:spcPct val="20000"/>
        </a:spcBef>
        <a:buFont typeface="Arial" pitchFamily="34" charset="0"/>
        <a:buChar char="•"/>
        <a:defRPr sz="8018" kern="1200">
          <a:solidFill>
            <a:schemeClr val="tx1"/>
          </a:solidFill>
          <a:latin typeface="+mn-lt"/>
          <a:ea typeface="+mn-ea"/>
          <a:cs typeface="+mn-cs"/>
        </a:defRPr>
      </a:lvl3pPr>
      <a:lvl4pPr marL="533192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4pPr>
      <a:lvl5pPr marL="685532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5pPr>
      <a:lvl6pPr marL="837873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6pPr>
      <a:lvl7pPr marL="990213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7pPr>
      <a:lvl8pPr marL="11425543"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8pPr>
      <a:lvl9pPr marL="12948948"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9pPr>
    </p:bodyStyle>
    <p:otherStyle>
      <a:defPPr>
        <a:defRPr lang="en-US"/>
      </a:defPPr>
      <a:lvl1pPr marL="0" algn="l" defTabSz="3046811" rtl="0" eaLnBrk="1" latinLnBrk="0" hangingPunct="1">
        <a:defRPr sz="5953" kern="1200">
          <a:solidFill>
            <a:schemeClr val="tx1"/>
          </a:solidFill>
          <a:latin typeface="+mn-lt"/>
          <a:ea typeface="+mn-ea"/>
          <a:cs typeface="+mn-cs"/>
        </a:defRPr>
      </a:lvl1pPr>
      <a:lvl2pPr marL="1523406" algn="l" defTabSz="3046811" rtl="0" eaLnBrk="1" latinLnBrk="0" hangingPunct="1">
        <a:defRPr sz="5953" kern="1200">
          <a:solidFill>
            <a:schemeClr val="tx1"/>
          </a:solidFill>
          <a:latin typeface="+mn-lt"/>
          <a:ea typeface="+mn-ea"/>
          <a:cs typeface="+mn-cs"/>
        </a:defRPr>
      </a:lvl2pPr>
      <a:lvl3pPr marL="3046811" algn="l" defTabSz="3046811" rtl="0" eaLnBrk="1" latinLnBrk="0" hangingPunct="1">
        <a:defRPr sz="5953" kern="1200">
          <a:solidFill>
            <a:schemeClr val="tx1"/>
          </a:solidFill>
          <a:latin typeface="+mn-lt"/>
          <a:ea typeface="+mn-ea"/>
          <a:cs typeface="+mn-cs"/>
        </a:defRPr>
      </a:lvl3pPr>
      <a:lvl4pPr marL="4570218" algn="l" defTabSz="3046811" rtl="0" eaLnBrk="1" latinLnBrk="0" hangingPunct="1">
        <a:defRPr sz="5953" kern="1200">
          <a:solidFill>
            <a:schemeClr val="tx1"/>
          </a:solidFill>
          <a:latin typeface="+mn-lt"/>
          <a:ea typeface="+mn-ea"/>
          <a:cs typeface="+mn-cs"/>
        </a:defRPr>
      </a:lvl4pPr>
      <a:lvl5pPr marL="6093623" algn="l" defTabSz="3046811" rtl="0" eaLnBrk="1" latinLnBrk="0" hangingPunct="1">
        <a:defRPr sz="5953" kern="1200">
          <a:solidFill>
            <a:schemeClr val="tx1"/>
          </a:solidFill>
          <a:latin typeface="+mn-lt"/>
          <a:ea typeface="+mn-ea"/>
          <a:cs typeface="+mn-cs"/>
        </a:defRPr>
      </a:lvl5pPr>
      <a:lvl6pPr marL="7617029" algn="l" defTabSz="3046811" rtl="0" eaLnBrk="1" latinLnBrk="0" hangingPunct="1">
        <a:defRPr sz="5953" kern="1200">
          <a:solidFill>
            <a:schemeClr val="tx1"/>
          </a:solidFill>
          <a:latin typeface="+mn-lt"/>
          <a:ea typeface="+mn-ea"/>
          <a:cs typeface="+mn-cs"/>
        </a:defRPr>
      </a:lvl6pPr>
      <a:lvl7pPr marL="9140434" algn="l" defTabSz="3046811" rtl="0" eaLnBrk="1" latinLnBrk="0" hangingPunct="1">
        <a:defRPr sz="5953" kern="1200">
          <a:solidFill>
            <a:schemeClr val="tx1"/>
          </a:solidFill>
          <a:latin typeface="+mn-lt"/>
          <a:ea typeface="+mn-ea"/>
          <a:cs typeface="+mn-cs"/>
        </a:defRPr>
      </a:lvl7pPr>
      <a:lvl8pPr marL="10663840" algn="l" defTabSz="3046811" rtl="0" eaLnBrk="1" latinLnBrk="0" hangingPunct="1">
        <a:defRPr sz="5953" kern="1200">
          <a:solidFill>
            <a:schemeClr val="tx1"/>
          </a:solidFill>
          <a:latin typeface="+mn-lt"/>
          <a:ea typeface="+mn-ea"/>
          <a:cs typeface="+mn-cs"/>
        </a:defRPr>
      </a:lvl8pPr>
      <a:lvl9pPr marL="12187246" algn="l" defTabSz="3046811" rtl="0" eaLnBrk="1" latinLnBrk="0" hangingPunct="1">
        <a:defRPr sz="5953"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C653DFC0-C8CC-4048-8C0E-EB7A9A197D43}"/>
              </a:ext>
            </a:extLst>
          </p:cNvPr>
          <p:cNvGrpSpPr/>
          <p:nvPr userDrawn="1"/>
        </p:nvGrpSpPr>
        <p:grpSpPr>
          <a:xfrm>
            <a:off x="-98552" y="-65088"/>
            <a:ext cx="33572703" cy="18875375"/>
            <a:chOff x="-81002" y="-57150"/>
            <a:chExt cx="27594003" cy="16573500"/>
          </a:xfrm>
        </p:grpSpPr>
        <p:sp>
          <p:nvSpPr>
            <p:cNvPr id="10" name="Text Box 14">
              <a:extLst>
                <a:ext uri="{FF2B5EF4-FFF2-40B4-BE49-F238E27FC236}">
                  <a16:creationId xmlns:a16="http://schemas.microsoft.com/office/drawing/2014/main" id="{F703386D-7CF5-C24D-BCA4-7EA8DDB033FA}"/>
                </a:ext>
              </a:extLst>
            </p:cNvPr>
            <p:cNvSpPr txBox="1">
              <a:spLocks noChangeArrowheads="1"/>
            </p:cNvSpPr>
            <p:nvPr userDrawn="1"/>
          </p:nvSpPr>
          <p:spPr bwMode="auto">
            <a:xfrm>
              <a:off x="918370" y="16156940"/>
              <a:ext cx="1571625" cy="194187"/>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364" b="1" dirty="0">
                  <a:solidFill>
                    <a:schemeClr val="bg1">
                      <a:lumMod val="75000"/>
                    </a:schemeClr>
                  </a:solidFill>
                  <a:latin typeface="Arial" charset="0"/>
                </a:rPr>
                <a:t>RESEARCH POSTER PRESENTATION DESIGN © 2012</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sp>
          <p:nvSpPr>
            <p:cNvPr id="11" name="Freeform 10">
              <a:extLst>
                <a:ext uri="{FF2B5EF4-FFF2-40B4-BE49-F238E27FC236}">
                  <a16:creationId xmlns:a16="http://schemas.microsoft.com/office/drawing/2014/main" id="{8884A6D1-9E34-AB48-80E7-685F32A4596E}"/>
                </a:ext>
              </a:extLst>
            </p:cNvPr>
            <p:cNvSpPr/>
            <p:nvPr userDrawn="1"/>
          </p:nvSpPr>
          <p:spPr>
            <a:xfrm>
              <a:off x="-36170" y="-48064"/>
              <a:ext cx="27549171" cy="16564414"/>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79000">
                  <a:schemeClr val="accent1">
                    <a:lumMod val="40000"/>
                    <a:lumOff val="60000"/>
                  </a:schemeClr>
                </a:gs>
                <a:gs pos="13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dirty="0"/>
            </a:p>
          </p:txBody>
        </p:sp>
        <p:sp>
          <p:nvSpPr>
            <p:cNvPr id="12" name="Freeform 11">
              <a:extLst>
                <a:ext uri="{FF2B5EF4-FFF2-40B4-BE49-F238E27FC236}">
                  <a16:creationId xmlns:a16="http://schemas.microsoft.com/office/drawing/2014/main" id="{B7DA1284-3D64-6543-AE5B-C9E97C9C40D1}"/>
                </a:ext>
              </a:extLst>
            </p:cNvPr>
            <p:cNvSpPr/>
            <p:nvPr userDrawn="1"/>
          </p:nvSpPr>
          <p:spPr>
            <a:xfrm flipH="1" flipV="1">
              <a:off x="-36170" y="-48064"/>
              <a:ext cx="27549169" cy="16555891"/>
            </a:xfrm>
            <a:custGeom>
              <a:avLst/>
              <a:gdLst>
                <a:gd name="connsiteX0" fmla="*/ 0 w 44005500"/>
                <a:gd name="connsiteY0" fmla="*/ 0 h 32956500"/>
                <a:gd name="connsiteX1" fmla="*/ 44005500 w 44005500"/>
                <a:gd name="connsiteY1" fmla="*/ 32956500 h 32956500"/>
                <a:gd name="connsiteX2" fmla="*/ 38100 w 44005500"/>
                <a:gd name="connsiteY2" fmla="*/ 32918400 h 32956500"/>
                <a:gd name="connsiteX3" fmla="*/ 0 w 44005500"/>
                <a:gd name="connsiteY3" fmla="*/ 0 h 32956500"/>
              </a:gdLst>
              <a:ahLst/>
              <a:cxnLst>
                <a:cxn ang="0">
                  <a:pos x="connsiteX0" y="connsiteY0"/>
                </a:cxn>
                <a:cxn ang="0">
                  <a:pos x="connsiteX1" y="connsiteY1"/>
                </a:cxn>
                <a:cxn ang="0">
                  <a:pos x="connsiteX2" y="connsiteY2"/>
                </a:cxn>
                <a:cxn ang="0">
                  <a:pos x="connsiteX3" y="connsiteY3"/>
                </a:cxn>
              </a:cxnLst>
              <a:rect l="l" t="t" r="r" b="b"/>
              <a:pathLst>
                <a:path w="44005500" h="32956500">
                  <a:moveTo>
                    <a:pt x="0" y="0"/>
                  </a:moveTo>
                  <a:lnTo>
                    <a:pt x="44005500" y="32956500"/>
                  </a:lnTo>
                  <a:lnTo>
                    <a:pt x="38100" y="32918400"/>
                  </a:lnTo>
                  <a:lnTo>
                    <a:pt x="0" y="0"/>
                  </a:lnTo>
                  <a:close/>
                </a:path>
              </a:pathLst>
            </a:custGeom>
            <a:gradFill>
              <a:gsLst>
                <a:gs pos="41000">
                  <a:schemeClr val="bg2"/>
                </a:gs>
                <a:gs pos="10000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13" name="Freeform 12">
              <a:extLst>
                <a:ext uri="{FF2B5EF4-FFF2-40B4-BE49-F238E27FC236}">
                  <a16:creationId xmlns:a16="http://schemas.microsoft.com/office/drawing/2014/main" id="{C0740610-C765-4141-9A13-24069536161F}"/>
                </a:ext>
              </a:extLst>
            </p:cNvPr>
            <p:cNvSpPr/>
            <p:nvPr userDrawn="1"/>
          </p:nvSpPr>
          <p:spPr>
            <a:xfrm>
              <a:off x="-81002" y="-57150"/>
              <a:ext cx="27594003" cy="16573500"/>
            </a:xfrm>
            <a:custGeom>
              <a:avLst/>
              <a:gdLst>
                <a:gd name="connsiteX0" fmla="*/ 36576 w 39026592"/>
                <a:gd name="connsiteY0" fmla="*/ 0 h 30614112"/>
                <a:gd name="connsiteX1" fmla="*/ 15837408 w 39026592"/>
                <a:gd name="connsiteY1" fmla="*/ 30614112 h 30614112"/>
                <a:gd name="connsiteX2" fmla="*/ 39026592 w 39026592"/>
                <a:gd name="connsiteY2" fmla="*/ 13350240 h 30614112"/>
                <a:gd name="connsiteX3" fmla="*/ 0 w 39026592"/>
                <a:gd name="connsiteY3" fmla="*/ 73152 h 30614112"/>
                <a:gd name="connsiteX4" fmla="*/ 109728 w 39026592"/>
                <a:gd name="connsiteY4" fmla="*/ 146304 h 3061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26592" h="30614112">
                  <a:moveTo>
                    <a:pt x="36576" y="0"/>
                  </a:moveTo>
                  <a:lnTo>
                    <a:pt x="15837408" y="30614112"/>
                  </a:lnTo>
                  <a:lnTo>
                    <a:pt x="39026592" y="13350240"/>
                  </a:lnTo>
                  <a:lnTo>
                    <a:pt x="0" y="73152"/>
                  </a:lnTo>
                  <a:lnTo>
                    <a:pt x="109728" y="146304"/>
                  </a:lnTo>
                </a:path>
              </a:pathLst>
            </a:custGeom>
            <a:gradFill flip="none" rotWithShape="1">
              <a:gsLst>
                <a:gs pos="0">
                  <a:schemeClr val="bg1"/>
                </a:gs>
                <a:gs pos="76000">
                  <a:schemeClr val="accent1">
                    <a:lumMod val="30000"/>
                    <a:lumOff val="70000"/>
                    <a:alpha val="0"/>
                  </a:schemeClr>
                </a:gs>
              </a:gsLst>
              <a:path path="rect">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953"/>
            </a:p>
          </p:txBody>
        </p:sp>
        <p:sp>
          <p:nvSpPr>
            <p:cNvPr id="14" name="Text Box 14">
              <a:extLst>
                <a:ext uri="{FF2B5EF4-FFF2-40B4-BE49-F238E27FC236}">
                  <a16:creationId xmlns:a16="http://schemas.microsoft.com/office/drawing/2014/main" id="{05975483-D81A-564B-AFF2-97B19CA70837}"/>
                </a:ext>
              </a:extLst>
            </p:cNvPr>
            <p:cNvSpPr txBox="1">
              <a:spLocks noChangeArrowheads="1"/>
            </p:cNvSpPr>
            <p:nvPr userDrawn="1"/>
          </p:nvSpPr>
          <p:spPr bwMode="auto">
            <a:xfrm>
              <a:off x="918368" y="15962954"/>
              <a:ext cx="1571625" cy="204884"/>
            </a:xfrm>
            <a:prstGeom prst="rect">
              <a:avLst/>
            </a:prstGeom>
            <a:noFill/>
            <a:ln w="9525">
              <a:noFill/>
              <a:miter lim="800000"/>
              <a:headEnd/>
              <a:tailEnd/>
            </a:ln>
            <a:effectLst/>
          </p:spPr>
          <p:txBody>
            <a:bodyPr lIns="52150" tIns="26070" rIns="52150" bIns="26070">
              <a:spAutoFit/>
            </a:bodyPr>
            <a:lstStyle/>
            <a:p>
              <a:pPr eaLnBrk="0" hangingPunct="0">
                <a:lnSpc>
                  <a:spcPct val="65000"/>
                </a:lnSpc>
                <a:spcBef>
                  <a:spcPct val="50000"/>
                </a:spcBef>
                <a:defRPr/>
              </a:pPr>
              <a:r>
                <a:rPr lang="en-US" sz="486"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729" b="1" dirty="0">
                  <a:solidFill>
                    <a:schemeClr val="bg1">
                      <a:lumMod val="75000"/>
                    </a:schemeClr>
                  </a:solidFill>
                  <a:latin typeface="Arial" charset="0"/>
                </a:rPr>
                <a:t>www.PosterPresentations.com</a:t>
              </a:r>
            </a:p>
          </p:txBody>
        </p:sp>
      </p:grpSp>
      <p:graphicFrame>
        <p:nvGraphicFramePr>
          <p:cNvPr id="16" name="Table 15">
            <a:extLst>
              <a:ext uri="{FF2B5EF4-FFF2-40B4-BE49-F238E27FC236}">
                <a16:creationId xmlns:a16="http://schemas.microsoft.com/office/drawing/2014/main" id="{B96F4CE7-2880-854F-B2DB-E5D982EFC9C3}"/>
              </a:ext>
            </a:extLst>
          </p:cNvPr>
          <p:cNvGraphicFramePr>
            <a:graphicFrameLocks noGrp="1"/>
          </p:cNvGraphicFramePr>
          <p:nvPr userDrawn="1">
            <p:extLst>
              <p:ext uri="{D42A27DB-BD31-4B8C-83A1-F6EECF244321}">
                <p14:modId xmlns:p14="http://schemas.microsoft.com/office/powerpoint/2010/main" val="1023419766"/>
              </p:ext>
            </p:extLst>
          </p:nvPr>
        </p:nvGraphicFramePr>
        <p:xfrm>
          <a:off x="-6821748" y="54810"/>
          <a:ext cx="6412370" cy="18758374"/>
        </p:xfrm>
        <a:graphic>
          <a:graphicData uri="http://schemas.openxmlformats.org/drawingml/2006/table">
            <a:tbl>
              <a:tblPr firstRow="1" bandRow="1">
                <a:tableStyleId>{5C22544A-7EE6-4342-B048-85BDC9FD1C3A}</a:tableStyleId>
              </a:tblPr>
              <a:tblGrid>
                <a:gridCol w="2749574">
                  <a:extLst>
                    <a:ext uri="{9D8B030D-6E8A-4147-A177-3AD203B41FA5}">
                      <a16:colId xmlns:a16="http://schemas.microsoft.com/office/drawing/2014/main" val="20000"/>
                    </a:ext>
                  </a:extLst>
                </a:gridCol>
                <a:gridCol w="3662796">
                  <a:extLst>
                    <a:ext uri="{9D8B030D-6E8A-4147-A177-3AD203B41FA5}">
                      <a16:colId xmlns:a16="http://schemas.microsoft.com/office/drawing/2014/main" val="20001"/>
                    </a:ext>
                  </a:extLst>
                </a:gridCol>
              </a:tblGrid>
              <a:tr h="761601">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200" b="0" spc="600" dirty="0">
                          <a:solidFill>
                            <a:srgbClr val="1F3A4E"/>
                          </a:solidFill>
                          <a:latin typeface="Arial Black" panose="020B0A04020102020204" pitchFamily="34" charset="0"/>
                        </a:rPr>
                        <a:t>QUICK START GUIDE</a:t>
                      </a:r>
                      <a:br>
                        <a:rPr lang="en-US" sz="2200" b="0" spc="600" dirty="0">
                          <a:solidFill>
                            <a:srgbClr val="1F3A4E"/>
                          </a:solidFill>
                          <a:latin typeface="Arial Black" panose="020B0A04020102020204" pitchFamily="34" charset="0"/>
                        </a:rPr>
                      </a:br>
                      <a:r>
                        <a:rPr lang="en-US" sz="1600" b="1" spc="0" dirty="0">
                          <a:solidFill>
                            <a:srgbClr val="FF0000"/>
                          </a:solidFill>
                          <a:latin typeface="Trebuchet MS" pitchFamily="34" charset="0"/>
                        </a:rPr>
                        <a:t>(THIS SIDEBAR WILL NOT PRINT)</a:t>
                      </a:r>
                      <a:endParaRPr lang="en-US" sz="2200" b="1" spc="600" dirty="0">
                        <a:solidFill>
                          <a:schemeClr val="bg1"/>
                        </a:solidFill>
                        <a:latin typeface="Trebuchet MS" pitchFamily="34" charset="0"/>
                      </a:endParaRPr>
                    </a:p>
                  </a:txBody>
                  <a:tcPr marL="81076" marR="81076" marT="40476" marB="40476">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2410454">
                <a:tc gridSpan="2">
                  <a:txBody>
                    <a:bodyPr/>
                    <a:lstStyle/>
                    <a:p>
                      <a:pPr defTabSz="3765639"/>
                      <a:r>
                        <a:rPr lang="en-US" sz="1100" i="0" dirty="0">
                          <a:solidFill>
                            <a:srgbClr val="D9D9D9"/>
                          </a:solidFill>
                          <a:latin typeface="Arial"/>
                          <a:cs typeface="Arial"/>
                        </a:rPr>
                        <a:t>This PowerPoint template produces a </a:t>
                      </a:r>
                      <a:r>
                        <a:rPr lang="en-US" sz="1400" i="0" dirty="0">
                          <a:solidFill>
                            <a:srgbClr val="FFC000"/>
                          </a:solidFill>
                          <a:latin typeface="Arial"/>
                          <a:cs typeface="Arial"/>
                        </a:rPr>
                        <a:t>wide screen size (16:9 Ratio) virtual </a:t>
                      </a:r>
                      <a:r>
                        <a:rPr lang="en-US" sz="11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the  </a:t>
                      </a:r>
                      <a:r>
                        <a:rPr lang="en-US" sz="1100" i="0" dirty="0">
                          <a:solidFill>
                            <a:srgbClr val="FFC000"/>
                          </a:solidFill>
                          <a:latin typeface="Arial"/>
                          <a:cs typeface="Arial"/>
                        </a:rPr>
                        <a:t>HELP DESK</a:t>
                      </a:r>
                      <a:r>
                        <a:rPr lang="en-US" sz="1100" i="0" baseline="0" dirty="0">
                          <a:solidFill>
                            <a:srgbClr val="D9D9D9"/>
                          </a:solidFill>
                          <a:latin typeface="Arial"/>
                          <a:cs typeface="Arial"/>
                        </a:rPr>
                        <a:t> </a:t>
                      </a:r>
                      <a:r>
                        <a:rPr lang="en-US" sz="1100" i="0" dirty="0">
                          <a:solidFill>
                            <a:srgbClr val="D9D9D9"/>
                          </a:solidFill>
                          <a:latin typeface="Arial"/>
                          <a:cs typeface="Arial"/>
                        </a:rPr>
                        <a:t>tab.</a:t>
                      </a:r>
                    </a:p>
                    <a:p>
                      <a:pPr defTabSz="3765639"/>
                      <a:endParaRPr lang="en-US" sz="1100" i="0" dirty="0">
                        <a:solidFill>
                          <a:srgbClr val="D9D9D9"/>
                        </a:solidFill>
                        <a:latin typeface="Arial"/>
                        <a:cs typeface="Arial"/>
                      </a:endParaRPr>
                    </a:p>
                    <a:p>
                      <a:pPr defTabSz="3765639"/>
                      <a:r>
                        <a:rPr lang="en-US" sz="1100" i="0" dirty="0">
                          <a:solidFill>
                            <a:srgbClr val="D9D9D9"/>
                          </a:solidFill>
                          <a:latin typeface="Arial"/>
                          <a:cs typeface="Arial"/>
                        </a:rPr>
                        <a:t>To print your poster using our same-day professional printing service, go online to </a:t>
                      </a:r>
                      <a:r>
                        <a:rPr lang="en-US" sz="1100" i="0" dirty="0" err="1">
                          <a:solidFill>
                            <a:srgbClr val="FFC000"/>
                          </a:solidFill>
                          <a:latin typeface="Arial"/>
                          <a:cs typeface="Arial"/>
                        </a:rPr>
                        <a:t>PosterPresentations.com</a:t>
                      </a:r>
                      <a:r>
                        <a:rPr lang="en-US" sz="1100" i="0" dirty="0">
                          <a:solidFill>
                            <a:srgbClr val="D9D9D9"/>
                          </a:solidFill>
                          <a:latin typeface="Arial"/>
                          <a:cs typeface="Arial"/>
                        </a:rPr>
                        <a:t> and click on "</a:t>
                      </a:r>
                      <a:r>
                        <a:rPr lang="en-US" sz="1100" i="0" dirty="0">
                          <a:solidFill>
                            <a:srgbClr val="FFC000"/>
                          </a:solidFill>
                          <a:latin typeface="Arial"/>
                          <a:cs typeface="Arial"/>
                        </a:rPr>
                        <a:t>Order your poster</a:t>
                      </a:r>
                      <a:r>
                        <a:rPr lang="en-US" sz="1100" i="0" dirty="0">
                          <a:solidFill>
                            <a:srgbClr val="D9D9D9"/>
                          </a:solidFill>
                          <a:latin typeface="Arial"/>
                          <a:cs typeface="Arial"/>
                        </a:rPr>
                        <a:t>".</a:t>
                      </a:r>
                      <a:endParaRPr lang="en-US" sz="1100" b="1" dirty="0">
                        <a:solidFill>
                          <a:srgbClr val="D9D9D9"/>
                        </a:solidFill>
                        <a:latin typeface="Arial"/>
                        <a:cs typeface="Arial"/>
                      </a:endParaRPr>
                    </a:p>
                  </a:txBody>
                  <a:tcPr marL="81076" marR="81076" marT="40476" marB="40476">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2620059">
                <a:tc>
                  <a:txBody>
                    <a:bodyPr/>
                    <a:lstStyle/>
                    <a:p>
                      <a:pPr algn="ctr"/>
                      <a:endParaRPr lang="en-US" sz="1400" dirty="0">
                        <a:solidFill>
                          <a:srgbClr val="1F3A4E"/>
                        </a:solidFill>
                      </a:endParaRPr>
                    </a:p>
                    <a:p>
                      <a:pPr marL="0" marR="0" indent="0" algn="ctr" defTabSz="5015886" rtl="0" eaLnBrk="1" fontAlgn="auto" latinLnBrk="0" hangingPunct="1">
                        <a:lnSpc>
                          <a:spcPct val="100000"/>
                        </a:lnSpc>
                        <a:spcBef>
                          <a:spcPts val="0"/>
                        </a:spcBef>
                        <a:spcAft>
                          <a:spcPts val="0"/>
                        </a:spcAft>
                        <a:buClrTx/>
                        <a:buSzTx/>
                        <a:buFontTx/>
                        <a:buNone/>
                        <a:tabLst/>
                        <a:defRPr/>
                      </a:pPr>
                      <a:r>
                        <a:rPr lang="en-US" sz="1400" dirty="0">
                          <a:solidFill>
                            <a:schemeClr val="bg1"/>
                          </a:solidFill>
                          <a:latin typeface="Arial" panose="020B0604020202020204" pitchFamily="34" charset="0"/>
                          <a:cs typeface="Arial" panose="020B0604020202020204" pitchFamily="34" charset="0"/>
                        </a:rPr>
                        <a:t>This is a template for a </a:t>
                      </a:r>
                    </a:p>
                    <a:p>
                      <a:pPr algn="ctr"/>
                      <a:r>
                        <a:rPr lang="en-US" sz="1400" dirty="0">
                          <a:solidFill>
                            <a:schemeClr val="bg1"/>
                          </a:solidFill>
                          <a:latin typeface="Arial" panose="020B0604020202020204" pitchFamily="34" charset="0"/>
                          <a:cs typeface="Arial" panose="020B0604020202020204" pitchFamily="34" charset="0"/>
                        </a:rPr>
                        <a:t>presentation poster</a:t>
                      </a:r>
                      <a:br>
                        <a:rPr lang="en-US" sz="1400" dirty="0">
                          <a:solidFill>
                            <a:schemeClr val="bg1"/>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Virtual</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Wide Screen</a:t>
                      </a:r>
                      <a:br>
                        <a:rPr lang="en-US" sz="2300" b="1" dirty="0">
                          <a:solidFill>
                            <a:srgbClr val="FFC000"/>
                          </a:solidFill>
                          <a:latin typeface="Arial" panose="020B0604020202020204" pitchFamily="34" charset="0"/>
                          <a:cs typeface="Arial" panose="020B0604020202020204" pitchFamily="34" charset="0"/>
                        </a:rPr>
                      </a:br>
                      <a:r>
                        <a:rPr lang="en-US" sz="2300" b="1" dirty="0">
                          <a:solidFill>
                            <a:srgbClr val="FFC000"/>
                          </a:solidFill>
                          <a:latin typeface="Arial" panose="020B0604020202020204" pitchFamily="34" charset="0"/>
                          <a:cs typeface="Arial" panose="020B0604020202020204" pitchFamily="34" charset="0"/>
                        </a:rPr>
                        <a:t>(16:9 Ratio)</a:t>
                      </a:r>
                      <a:br>
                        <a:rPr lang="en-US" sz="1400" dirty="0">
                          <a:solidFill>
                            <a:schemeClr val="bg1"/>
                          </a:solidFill>
                          <a:latin typeface="Arial" panose="020B0604020202020204" pitchFamily="34" charset="0"/>
                          <a:cs typeface="Arial" panose="020B0604020202020204" pitchFamily="34" charset="0"/>
                        </a:rPr>
                      </a:br>
                      <a:endParaRPr lang="en-US" sz="1400" dirty="0">
                        <a:solidFill>
                          <a:srgbClr val="1F3A4E"/>
                        </a:solidFill>
                      </a:endParaRPr>
                    </a:p>
                  </a:txBody>
                  <a:tcPr marL="59973" marR="59973" marT="26198" marB="26198">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Important: Check the template size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27 tall x 48 wide</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36 tall x 64 wide</a:t>
                      </a:r>
                    </a:p>
                    <a:p>
                      <a:pPr marL="0" marR="0" indent="0" algn="l" defTabSz="4388900" rtl="0" eaLnBrk="1" fontAlgn="auto" latinLnBrk="0" hangingPunct="1">
                        <a:lnSpc>
                          <a:spcPct val="100000"/>
                        </a:lnSpc>
                        <a:spcBef>
                          <a:spcPts val="0"/>
                        </a:spcBef>
                        <a:spcAft>
                          <a:spcPts val="0"/>
                        </a:spcAft>
                        <a:buClrTx/>
                        <a:buSzTx/>
                        <a:buFontTx/>
                        <a:buNone/>
                        <a:tabLst/>
                        <a:defRPr/>
                      </a:pPr>
                      <a:r>
                        <a:rPr lang="en-US" sz="1100" b="0" baseline="0" dirty="0">
                          <a:solidFill>
                            <a:srgbClr val="FFC000"/>
                          </a:solidFill>
                          <a:latin typeface="Arial" panose="020B0604020202020204" pitchFamily="34" charset="0"/>
                          <a:cs typeface="Arial" panose="020B0604020202020204" pitchFamily="34" charset="0"/>
                        </a:rPr>
                        <a:t>45 tall x 80 wide</a:t>
                      </a:r>
                    </a:p>
                  </a:txBody>
                  <a:tcPr marL="119946" marR="59973" marT="78594" marB="26198">
                    <a:solidFill>
                      <a:srgbClr val="010101"/>
                    </a:solidFill>
                  </a:tcPr>
                </a:tc>
                <a:extLst>
                  <a:ext uri="{0D108BD9-81ED-4DB2-BD59-A6C34878D82A}">
                    <a16:rowId xmlns:a16="http://schemas.microsoft.com/office/drawing/2014/main" val="10008"/>
                  </a:ext>
                </a:extLst>
              </a:tr>
              <a:tr h="2457480">
                <a:tc>
                  <a:txBody>
                    <a:bodyPr/>
                    <a:lstStyle/>
                    <a:p>
                      <a:endParaRPr lang="en-US" sz="1100" dirty="0">
                        <a:solidFill>
                          <a:srgbClr val="1F3A4E"/>
                        </a:solidFill>
                      </a:endParaRPr>
                    </a:p>
                  </a:txBody>
                  <a:tcPr marL="59973" marR="59973" marT="26198" marB="26198">
                    <a:blipFill rotWithShape="1">
                      <a:blip r:embed="rId3"/>
                      <a:stretch>
                        <a:fillRect/>
                      </a:stretch>
                    </a:blipFill>
                  </a:tcPr>
                </a:tc>
                <a:tc>
                  <a:txBody>
                    <a:bodyPr/>
                    <a:lstStyle/>
                    <a:p>
                      <a:pPr algn="l"/>
                      <a:r>
                        <a:rPr lang="en-US" sz="1400" b="1" baseline="0" dirty="0">
                          <a:solidFill>
                            <a:srgbClr val="FFC000"/>
                          </a:solidFill>
                          <a:latin typeface="Arial" panose="020B0604020202020204" pitchFamily="34" charset="0"/>
                          <a:cs typeface="Arial" panose="020B0604020202020204" pitchFamily="34" charset="0"/>
                        </a:rPr>
                        <a:t>How to </a:t>
                      </a:r>
                      <a:r>
                        <a:rPr lang="en-US" sz="2300" b="1" baseline="0" dirty="0">
                          <a:solidFill>
                            <a:srgbClr val="FFC000"/>
                          </a:solidFill>
                          <a:latin typeface="Arial" panose="020B0604020202020204" pitchFamily="34" charset="0"/>
                          <a:cs typeface="Arial" panose="020B0604020202020204" pitchFamily="34" charset="0"/>
                        </a:rPr>
                        <a:t>Zoom in </a:t>
                      </a:r>
                      <a:r>
                        <a:rPr lang="en-US" sz="1400" b="1" baseline="0" dirty="0">
                          <a:solidFill>
                            <a:srgbClr val="FFC000"/>
                          </a:solidFill>
                          <a:latin typeface="Arial" panose="020B0604020202020204" pitchFamily="34" charset="0"/>
                          <a:cs typeface="Arial" panose="020B0604020202020204" pitchFamily="34" charset="0"/>
                        </a:rPr>
                        <a:t>and </a:t>
                      </a:r>
                      <a:r>
                        <a:rPr lang="en-US" sz="1000" b="1" baseline="0" dirty="0">
                          <a:solidFill>
                            <a:srgbClr val="FFC000"/>
                          </a:solidFill>
                          <a:latin typeface="Arial" panose="020B0604020202020204" pitchFamily="34" charset="0"/>
                          <a:cs typeface="Arial" panose="020B0604020202020204" pitchFamily="34" charset="0"/>
                        </a:rPr>
                        <a:t>out</a:t>
                      </a:r>
                      <a:endParaRPr lang="en-US" sz="1400" b="1" baseline="0" dirty="0">
                        <a:solidFill>
                          <a:srgbClr val="FFC000"/>
                        </a:solidFill>
                        <a:latin typeface="Arial" panose="020B0604020202020204" pitchFamily="34" charset="0"/>
                        <a:cs typeface="Arial" panose="020B0604020202020204" pitchFamily="34" charset="0"/>
                      </a:endParaRPr>
                    </a:p>
                    <a:p>
                      <a:pPr algn="l"/>
                      <a:r>
                        <a:rPr lang="en-US" sz="11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1. </a:t>
                      </a:r>
                      <a:r>
                        <a:rPr lang="en-US" sz="11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1100" b="0" baseline="0" dirty="0">
                          <a:solidFill>
                            <a:srgbClr val="D9D9D9"/>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2. </a:t>
                      </a:r>
                      <a:r>
                        <a:rPr lang="en-US" sz="11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119946" marR="59973" marT="78594" marB="26198">
                    <a:solidFill>
                      <a:srgbClr val="010101"/>
                    </a:solidFill>
                  </a:tcPr>
                </a:tc>
                <a:extLst>
                  <a:ext uri="{0D108BD9-81ED-4DB2-BD59-A6C34878D82A}">
                    <a16:rowId xmlns:a16="http://schemas.microsoft.com/office/drawing/2014/main" val="10001"/>
                  </a:ext>
                </a:extLst>
              </a:tr>
              <a:tr h="1064452">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1400" b="1" baseline="0" dirty="0">
                          <a:solidFill>
                            <a:srgbClr val="FFC000"/>
                          </a:solidFill>
                          <a:latin typeface="Arial" panose="020B0604020202020204" pitchFamily="34" charset="0"/>
                          <a:cs typeface="Arial" panose="020B0604020202020204" pitchFamily="34" charset="0"/>
                        </a:rPr>
                        <a:t>Ruler and Guides</a:t>
                      </a:r>
                      <a:br>
                        <a:rPr lang="en-US" sz="1100" b="0" baseline="0" dirty="0">
                          <a:solidFill>
                            <a:srgbClr val="FFC000"/>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162152" marR="81076" marT="121429" marB="40476">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2191401">
                <a:tc>
                  <a:txBody>
                    <a:bodyPr/>
                    <a:lstStyle/>
                    <a:p>
                      <a:endParaRPr lang="en-US" sz="1100" dirty="0">
                        <a:solidFill>
                          <a:srgbClr val="1F3A4E"/>
                        </a:solidFill>
                      </a:endParaRPr>
                    </a:p>
                  </a:txBody>
                  <a:tcPr marL="59973" marR="59973" marT="26198" marB="26198">
                    <a:blipFill rotWithShape="1">
                      <a:blip r:embed="rId4"/>
                      <a:stretch>
                        <a:fillRect/>
                      </a:stretch>
                    </a:blipFill>
                  </a:tcPr>
                </a:tc>
                <a:tc>
                  <a:txBody>
                    <a:bodyPr/>
                    <a:lstStyle/>
                    <a:p>
                      <a:pPr marL="0" lvl="1" indent="0" algn="l" defTabSz="114300"/>
                      <a:r>
                        <a:rPr lang="en-US" sz="1400" b="1" baseline="0" dirty="0">
                          <a:solidFill>
                            <a:srgbClr val="FFC000"/>
                          </a:solidFill>
                          <a:latin typeface="Arial" panose="020B0604020202020204" pitchFamily="34" charset="0"/>
                          <a:cs typeface="Arial" panose="020B0604020202020204" pitchFamily="34" charset="0"/>
                        </a:rPr>
                        <a:t>Headers and text containers</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1100" b="0" baseline="0" dirty="0">
                          <a:solidFill>
                            <a:schemeClr val="bg1"/>
                          </a:solidFill>
                          <a:latin typeface="Arial" panose="020B0604020202020204" pitchFamily="34" charset="0"/>
                          <a:cs typeface="Arial" panose="020B0604020202020204" pitchFamily="34" charset="0"/>
                        </a:rPr>
                      </a:br>
                      <a:r>
                        <a:rPr lang="en-US" sz="1100" b="0" baseline="0" dirty="0">
                          <a:solidFill>
                            <a:srgbClr val="FFC000"/>
                          </a:solidFill>
                          <a:latin typeface="Arial" panose="020B0604020202020204" pitchFamily="34" charset="0"/>
                          <a:cs typeface="Arial" panose="020B0604020202020204" pitchFamily="34" charset="0"/>
                        </a:rPr>
                        <a:t>-</a:t>
                      </a:r>
                      <a:r>
                        <a:rPr lang="en-US" sz="1100" b="0" baseline="0" dirty="0">
                          <a:solidFill>
                            <a:schemeClr val="bg1"/>
                          </a:solidFill>
                          <a:latin typeface="Arial" panose="020B0604020202020204" pitchFamily="34" charset="0"/>
                          <a:cs typeface="Arial" panose="020B0604020202020204" pitchFamily="34" charset="0"/>
                        </a:rPr>
                        <a:t> </a:t>
                      </a:r>
                      <a:r>
                        <a:rPr lang="en-US" sz="11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119946" marR="59973" marT="78594" marB="26198">
                    <a:solidFill>
                      <a:srgbClr val="010101"/>
                    </a:solidFill>
                  </a:tcPr>
                </a:tc>
                <a:extLst>
                  <a:ext uri="{0D108BD9-81ED-4DB2-BD59-A6C34878D82A}">
                    <a16:rowId xmlns:a16="http://schemas.microsoft.com/office/drawing/2014/main" val="10003"/>
                  </a:ext>
                </a:extLst>
              </a:tr>
              <a:tr h="2016512">
                <a:tc gridSpan="2">
                  <a:txBody>
                    <a:bodyPr/>
                    <a:lstStyle/>
                    <a:p>
                      <a:r>
                        <a:rPr lang="en-US" sz="1400" b="1" dirty="0">
                          <a:solidFill>
                            <a:srgbClr val="FFC000"/>
                          </a:solidFill>
                          <a:latin typeface="Arial" panose="020B0604020202020204" pitchFamily="34" charset="0"/>
                          <a:cs typeface="Arial" panose="020B0604020202020204" pitchFamily="34" charset="0"/>
                        </a:rPr>
                        <a:t>Adding content to the poster</a:t>
                      </a:r>
                    </a:p>
                    <a:p>
                      <a:r>
                        <a:rPr lang="en-US" sz="11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11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1100" dirty="0">
                        <a:solidFill>
                          <a:srgbClr val="D9D9D9"/>
                        </a:solidFill>
                        <a:latin typeface="Arial" panose="020B0604020202020204" pitchFamily="34" charset="0"/>
                        <a:cs typeface="Arial" panose="020B0604020202020204" pitchFamily="34" charset="0"/>
                      </a:endParaRPr>
                    </a:p>
                  </a:txBody>
                  <a:tcPr marL="162152" marR="81076" marT="121429" marB="40476">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1362431">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81076" marR="81076" marT="40476" marB="40476">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1314018">
                <a:tc gridSpan="2">
                  <a:txBody>
                    <a:bodyPr/>
                    <a:lstStyle/>
                    <a:p>
                      <a:endParaRPr lang="en-US" sz="1100" dirty="0">
                        <a:solidFill>
                          <a:schemeClr val="bg1"/>
                        </a:solidFill>
                        <a:latin typeface="Arial" panose="020B0604020202020204" pitchFamily="34" charset="0"/>
                        <a:cs typeface="Arial" panose="020B0604020202020204" pitchFamily="34" charset="0"/>
                      </a:endParaRPr>
                    </a:p>
                  </a:txBody>
                  <a:tcPr marL="81076" marR="81076" marT="40476" marB="40476">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733616">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4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1100" noProof="0" dirty="0">
                          <a:solidFill>
                            <a:srgbClr val="D9D9D9"/>
                          </a:solidFill>
                          <a:latin typeface="Arial"/>
                          <a:cs typeface="Arial"/>
                        </a:rPr>
                        <a:t>Zoom in and look at your images at 100%-200% magnification. If they look clear, they will print well. </a:t>
                      </a:r>
                    </a:p>
                  </a:txBody>
                  <a:tcPr marL="81076" marR="81076" marT="40476" marB="40476">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1826350">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100" noProof="0" dirty="0">
                        <a:solidFill>
                          <a:schemeClr val="bg1"/>
                        </a:solidFill>
                        <a:latin typeface="Arial"/>
                        <a:cs typeface="Arial"/>
                      </a:endParaRPr>
                    </a:p>
                  </a:txBody>
                  <a:tcPr marL="81076" marR="81076" marT="40476" marB="40476">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7" name="Table 16">
            <a:extLst>
              <a:ext uri="{FF2B5EF4-FFF2-40B4-BE49-F238E27FC236}">
                <a16:creationId xmlns:a16="http://schemas.microsoft.com/office/drawing/2014/main" id="{BACDD0B0-017D-8142-9D2D-87EF3C641C70}"/>
              </a:ext>
            </a:extLst>
          </p:cNvPr>
          <p:cNvGraphicFramePr>
            <a:graphicFrameLocks noGrp="1"/>
          </p:cNvGraphicFramePr>
          <p:nvPr userDrawn="1">
            <p:extLst>
              <p:ext uri="{D42A27DB-BD31-4B8C-83A1-F6EECF244321}">
                <p14:modId xmlns:p14="http://schemas.microsoft.com/office/powerpoint/2010/main" val="3994703566"/>
              </p:ext>
            </p:extLst>
          </p:nvPr>
        </p:nvGraphicFramePr>
        <p:xfrm>
          <a:off x="33784981" y="0"/>
          <a:ext cx="6412369" cy="19329856"/>
        </p:xfrm>
        <a:graphic>
          <a:graphicData uri="http://schemas.openxmlformats.org/drawingml/2006/table">
            <a:tbl>
              <a:tblPr firstRow="1" bandRow="1">
                <a:tableStyleId>{5C22544A-7EE6-4342-B048-85BDC9FD1C3A}</a:tableStyleId>
              </a:tblPr>
              <a:tblGrid>
                <a:gridCol w="2390391">
                  <a:extLst>
                    <a:ext uri="{9D8B030D-6E8A-4147-A177-3AD203B41FA5}">
                      <a16:colId xmlns:a16="http://schemas.microsoft.com/office/drawing/2014/main" val="20000"/>
                    </a:ext>
                  </a:extLst>
                </a:gridCol>
                <a:gridCol w="777579">
                  <a:extLst>
                    <a:ext uri="{9D8B030D-6E8A-4147-A177-3AD203B41FA5}">
                      <a16:colId xmlns:a16="http://schemas.microsoft.com/office/drawing/2014/main" val="997673227"/>
                    </a:ext>
                  </a:extLst>
                </a:gridCol>
                <a:gridCol w="3244399">
                  <a:extLst>
                    <a:ext uri="{9D8B030D-6E8A-4147-A177-3AD203B41FA5}">
                      <a16:colId xmlns:a16="http://schemas.microsoft.com/office/drawing/2014/main" val="3407509820"/>
                    </a:ext>
                  </a:extLst>
                </a:gridCol>
              </a:tblGrid>
              <a:tr h="768048">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2400" b="0" spc="600" dirty="0">
                          <a:solidFill>
                            <a:srgbClr val="1F3A4E"/>
                          </a:solidFill>
                          <a:latin typeface="Arial Black" panose="020B0A04020102020204" pitchFamily="34" charset="0"/>
                        </a:rPr>
                        <a:t>QUICK START GUIDE</a:t>
                      </a:r>
                      <a:br>
                        <a:rPr lang="en-US" sz="2400" b="0" spc="600" dirty="0">
                          <a:solidFill>
                            <a:srgbClr val="1F3A4E"/>
                          </a:solidFill>
                          <a:latin typeface="Arial Black" panose="020B0A04020102020204" pitchFamily="34" charset="0"/>
                        </a:rPr>
                      </a:br>
                      <a:r>
                        <a:rPr lang="en-US" sz="1900" b="1" spc="0" dirty="0">
                          <a:solidFill>
                            <a:srgbClr val="FF0000"/>
                          </a:solidFill>
                          <a:latin typeface="Trebuchet MS" pitchFamily="34" charset="0"/>
                        </a:rPr>
                        <a:t>(THIS SIDEBAR WILL NOT PRINT)</a:t>
                      </a:r>
                      <a:endParaRPr lang="en-US" sz="2400" b="1" spc="600" dirty="0">
                        <a:solidFill>
                          <a:schemeClr val="bg1"/>
                        </a:solidFill>
                        <a:latin typeface="Trebuchet MS" pitchFamily="34" charset="0"/>
                      </a:endParaRPr>
                    </a:p>
                  </a:txBody>
                  <a:tcPr marL="108661" marR="108661" marT="54248" marB="54248">
                    <a:solidFill>
                      <a:srgbClr val="FFC000"/>
                    </a:solidFill>
                  </a:tcPr>
                </a:tc>
                <a:tc hMerge="1">
                  <a:txBody>
                    <a:bodyPr/>
                    <a:lstStyle/>
                    <a:p>
                      <a:endParaRPr lang="en-US"/>
                    </a:p>
                  </a:txBody>
                  <a:tcPr/>
                </a:tc>
                <a:tc hMerge="1">
                  <a:txBody>
                    <a:bodyPr/>
                    <a:lstStyle/>
                    <a:p>
                      <a:pPr marL="0" marR="0" indent="0" algn="ctr" defTabSz="4388900" rtl="0" eaLnBrk="1" fontAlgn="auto" latinLnBrk="0" hangingPunct="1">
                        <a:lnSpc>
                          <a:spcPct val="100000"/>
                        </a:lnSpc>
                        <a:spcBef>
                          <a:spcPts val="0"/>
                        </a:spcBef>
                        <a:spcAft>
                          <a:spcPts val="0"/>
                        </a:spcAft>
                        <a:buClrTx/>
                        <a:buSzTx/>
                        <a:buFontTx/>
                        <a:buNone/>
                        <a:tabLst/>
                        <a:defRPr/>
                      </a:pPr>
                      <a:endParaRPr lang="en-US" sz="2100" b="1" spc="600" dirty="0">
                        <a:solidFill>
                          <a:schemeClr val="bg1"/>
                        </a:solidFill>
                        <a:latin typeface="Trebuchet MS" pitchFamily="34" charset="0"/>
                      </a:endParaRPr>
                    </a:p>
                  </a:txBody>
                  <a:tcPr marL="95264" marR="95264" marT="47632" marB="47632">
                    <a:solidFill>
                      <a:srgbClr val="FFC000"/>
                    </a:solidFill>
                  </a:tcPr>
                </a:tc>
                <a:extLst>
                  <a:ext uri="{0D108BD9-81ED-4DB2-BD59-A6C34878D82A}">
                    <a16:rowId xmlns:a16="http://schemas.microsoft.com/office/drawing/2014/main" val="10000"/>
                  </a:ext>
                </a:extLst>
              </a:tr>
              <a:tr h="3076485">
                <a:tc gridSpan="3">
                  <a:txBody>
                    <a:bodyPr/>
                    <a:lstStyle/>
                    <a:p>
                      <a:pPr algn="l"/>
                      <a:r>
                        <a:rPr lang="en-US" sz="17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15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1500" dirty="0">
                        <a:solidFill>
                          <a:srgbClr val="FFC000"/>
                        </a:solidFill>
                      </a:endParaRP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1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15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108661" marR="108661" marT="54248" marB="54248">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pPr marL="0" indent="0" algn="l" defTabSz="114300"/>
                      <a:endParaRPr lang="en-US" sz="1300" b="0" baseline="0" dirty="0">
                        <a:solidFill>
                          <a:srgbClr val="D9D9D9"/>
                        </a:solidFill>
                        <a:latin typeface="Arial" panose="020B0604020202020204" pitchFamily="34" charset="0"/>
                        <a:cs typeface="Arial" panose="020B0604020202020204" pitchFamily="34" charset="0"/>
                      </a:endParaRPr>
                    </a:p>
                  </a:txBody>
                  <a:tcPr marL="95264" marR="95264" marT="47632" marB="47632">
                    <a:solidFill>
                      <a:schemeClr val="tx1"/>
                    </a:solidFill>
                  </a:tcPr>
                </a:tc>
                <a:extLst>
                  <a:ext uri="{0D108BD9-81ED-4DB2-BD59-A6C34878D82A}">
                    <a16:rowId xmlns:a16="http://schemas.microsoft.com/office/drawing/2014/main" val="10001"/>
                  </a:ext>
                </a:extLst>
              </a:tr>
              <a:tr h="1605524">
                <a:tc gridSpan="3">
                  <a:txBody>
                    <a:bodyPr/>
                    <a:lstStyle/>
                    <a:p>
                      <a:r>
                        <a:rPr lang="en-US" sz="1700" b="1" dirty="0">
                          <a:solidFill>
                            <a:srgbClr val="FFC000"/>
                          </a:solidFill>
                          <a:latin typeface="Arial" panose="020B0604020202020204" pitchFamily="34" charset="0"/>
                          <a:cs typeface="Arial" panose="020B0604020202020204" pitchFamily="34" charset="0"/>
                        </a:rPr>
                        <a:t>How to change the column layout configuration</a:t>
                      </a:r>
                    </a:p>
                    <a:p>
                      <a:r>
                        <a:rPr lang="en-US" sz="15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1500" dirty="0">
                          <a:solidFill>
                            <a:srgbClr val="D9D9D9"/>
                          </a:solidFill>
                          <a:latin typeface="Arial" panose="020B0604020202020204" pitchFamily="34" charset="0"/>
                          <a:cs typeface="Arial" panose="020B0604020202020204" pitchFamily="34" charset="0"/>
                        </a:rPr>
                        <a:t>You can see a tutorial here: </a:t>
                      </a:r>
                      <a:r>
                        <a:rPr lang="en-US" sz="1500" u="sng" dirty="0">
                          <a:solidFill>
                            <a:srgbClr val="FFC000"/>
                          </a:solidFill>
                          <a:latin typeface="Arial" panose="020B0604020202020204" pitchFamily="34" charset="0"/>
                          <a:cs typeface="Arial" panose="020B0604020202020204" pitchFamily="34" charset="0"/>
                        </a:rPr>
                        <a:t>https://</a:t>
                      </a:r>
                      <a:r>
                        <a:rPr lang="en-US" sz="1500" u="sng" dirty="0" err="1">
                          <a:solidFill>
                            <a:srgbClr val="FFC000"/>
                          </a:solidFill>
                          <a:latin typeface="Arial" panose="020B0604020202020204" pitchFamily="34" charset="0"/>
                          <a:cs typeface="Arial" panose="020B0604020202020204" pitchFamily="34" charset="0"/>
                        </a:rPr>
                        <a:t>www.posterpresentations.com</a:t>
                      </a:r>
                      <a:r>
                        <a:rPr lang="en-US" sz="1500" u="sng" dirty="0">
                          <a:solidFill>
                            <a:srgbClr val="FFC000"/>
                          </a:solidFill>
                          <a:latin typeface="Arial" panose="020B0604020202020204" pitchFamily="34" charset="0"/>
                          <a:cs typeface="Arial" panose="020B0604020202020204" pitchFamily="34" charset="0"/>
                        </a:rPr>
                        <a:t>/how-to-change-the-column-</a:t>
                      </a:r>
                      <a:r>
                        <a:rPr lang="en-US" sz="1500" u="sng" dirty="0" err="1">
                          <a:solidFill>
                            <a:srgbClr val="FFC000"/>
                          </a:solidFill>
                          <a:latin typeface="Arial" panose="020B0604020202020204" pitchFamily="34" charset="0"/>
                          <a:cs typeface="Arial" panose="020B0604020202020204" pitchFamily="34" charset="0"/>
                        </a:rPr>
                        <a:t>configuration.html</a:t>
                      </a:r>
                      <a:endParaRPr lang="en-US" sz="5000" u="sng" dirty="0">
                        <a:solidFill>
                          <a:srgbClr val="FFC000"/>
                        </a:solidFill>
                      </a:endParaRPr>
                    </a:p>
                  </a:txBody>
                  <a:tcPr marL="217320" marR="108661" marT="162743" marB="54248">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pPr marL="0" marR="0" indent="0" algn="l" defTabSz="3765366" rtl="0" eaLnBrk="1" fontAlgn="auto" latinLnBrk="0" hangingPunct="1">
                        <a:lnSpc>
                          <a:spcPct val="100000"/>
                        </a:lnSpc>
                        <a:spcBef>
                          <a:spcPts val="0"/>
                        </a:spcBef>
                        <a:spcAft>
                          <a:spcPts val="0"/>
                        </a:spcAft>
                        <a:buClrTx/>
                        <a:buSzTx/>
                        <a:buFontTx/>
                        <a:buNone/>
                        <a:tabLst/>
                        <a:defRPr/>
                      </a:pPr>
                      <a:endParaRPr lang="en-US" sz="4400" u="sng" dirty="0">
                        <a:solidFill>
                          <a:srgbClr val="FFC000"/>
                        </a:solidFill>
                      </a:endParaRPr>
                    </a:p>
                  </a:txBody>
                  <a:tcPr marL="190527" marR="95264" marT="142896" marB="47632">
                    <a:solidFill>
                      <a:schemeClr val="tx1"/>
                    </a:solidFill>
                  </a:tcPr>
                </a:tc>
                <a:extLst>
                  <a:ext uri="{0D108BD9-81ED-4DB2-BD59-A6C34878D82A}">
                    <a16:rowId xmlns:a16="http://schemas.microsoft.com/office/drawing/2014/main" val="10004"/>
                  </a:ext>
                </a:extLst>
              </a:tr>
              <a:tr h="180766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1" noProof="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noProof="0">
                          <a:solidFill>
                            <a:srgbClr val="D9D9D9"/>
                          </a:solidFill>
                          <a:latin typeface="Arial" panose="020B0604020202020204" pitchFamily="34" charset="0"/>
                          <a:cs typeface="Arial" panose="020B0604020202020204" pitchFamily="34" charset="0"/>
                        </a:rPr>
                        <a:t>The Quick Start</a:t>
                      </a:r>
                      <a:r>
                        <a:rPr lang="en-US" sz="1300" baseline="0" noProof="0">
                          <a:solidFill>
                            <a:srgbClr val="D9D9D9"/>
                          </a:solidFill>
                          <a:latin typeface="Arial" panose="020B0604020202020204" pitchFamily="34" charset="0"/>
                          <a:cs typeface="Arial" panose="020B0604020202020204" pitchFamily="34" charset="0"/>
                        </a:rPr>
                        <a:t> Guides</a:t>
                      </a:r>
                      <a:r>
                        <a:rPr lang="en-US" sz="1300" noProof="0">
                          <a:solidFill>
                            <a:srgbClr val="D9D9D9"/>
                          </a:solidFill>
                          <a:latin typeface="Arial" panose="020B0604020202020204" pitchFamily="34" charset="0"/>
                          <a:cs typeface="Arial" panose="020B0604020202020204" pitchFamily="34" charset="0"/>
                        </a:rPr>
                        <a:t> </a:t>
                      </a:r>
                      <a:r>
                        <a:rPr lang="en-US" sz="1300" u="sng" noProof="0">
                          <a:solidFill>
                            <a:srgbClr val="D9D9D9"/>
                          </a:solidFill>
                          <a:latin typeface="Arial" panose="020B0604020202020204" pitchFamily="34" charset="0"/>
                          <a:cs typeface="Arial" panose="020B0604020202020204" pitchFamily="34" charset="0"/>
                        </a:rPr>
                        <a:t>are outside the template’s printable area</a:t>
                      </a:r>
                      <a:r>
                        <a:rPr lang="en-US" sz="1300" noProof="0">
                          <a:solidFill>
                            <a:srgbClr val="D9D9D9"/>
                          </a:solidFill>
                          <a:latin typeface="Arial" panose="020B0604020202020204" pitchFamily="34" charset="0"/>
                          <a:cs typeface="Arial" panose="020B0604020202020204" pitchFamily="34" charset="0"/>
                        </a:rPr>
                        <a:t> and they will not be on the printed poster</a:t>
                      </a:r>
                      <a:r>
                        <a:rPr lang="en-US" sz="1300" baseline="0" noProof="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baseline="0" noProof="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300" baseline="0" noProof="0">
                          <a:solidFill>
                            <a:srgbClr val="D9D9D9"/>
                          </a:solidFill>
                          <a:latin typeface="Arial" panose="020B0604020202020204" pitchFamily="34" charset="0"/>
                          <a:cs typeface="Arial" panose="020B0604020202020204" pitchFamily="34" charset="0"/>
                        </a:rPr>
                        <a:t>To hide the guides click on the </a:t>
                      </a:r>
                      <a:r>
                        <a:rPr lang="en-US" sz="1300" b="1" baseline="0" noProof="0">
                          <a:solidFill>
                            <a:srgbClr val="D9D9D9"/>
                          </a:solidFill>
                          <a:latin typeface="Arial" panose="020B0604020202020204" pitchFamily="34" charset="0"/>
                          <a:cs typeface="Arial" panose="020B0604020202020204" pitchFamily="34" charset="0"/>
                        </a:rPr>
                        <a:t>Home</a:t>
                      </a:r>
                      <a:r>
                        <a:rPr lang="en-US" sz="1300" baseline="0" noProof="0">
                          <a:solidFill>
                            <a:srgbClr val="D9D9D9"/>
                          </a:solidFill>
                          <a:latin typeface="Arial" panose="020B0604020202020204" pitchFamily="34" charset="0"/>
                          <a:cs typeface="Arial" panose="020B0604020202020204" pitchFamily="34" charset="0"/>
                        </a:rPr>
                        <a:t> tab (top of the screen) and then click on the </a:t>
                      </a:r>
                      <a:r>
                        <a:rPr lang="en-US" sz="1300" b="1"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 button below to see the available layouts. Choose the </a:t>
                      </a:r>
                      <a:r>
                        <a:rPr lang="en-US" sz="1300" b="1" baseline="0" noProof="0">
                          <a:solidFill>
                            <a:srgbClr val="D9D9D9"/>
                          </a:solidFill>
                          <a:latin typeface="Arial" panose="020B0604020202020204" pitchFamily="34" charset="0"/>
                          <a:cs typeface="Arial" panose="020B0604020202020204" pitchFamily="34" charset="0"/>
                        </a:rPr>
                        <a:t>Without Guides </a:t>
                      </a:r>
                      <a:r>
                        <a:rPr lang="en-US" sz="1300" b="0" baseline="0" noProof="0">
                          <a:solidFill>
                            <a:srgbClr val="D9D9D9"/>
                          </a:solidFill>
                          <a:latin typeface="Arial" panose="020B0604020202020204" pitchFamily="34" charset="0"/>
                          <a:cs typeface="Arial" panose="020B0604020202020204" pitchFamily="34" charset="0"/>
                        </a:rPr>
                        <a:t>layout</a:t>
                      </a:r>
                      <a:r>
                        <a:rPr lang="en-US" sz="1300" baseline="0" noProof="0">
                          <a:solidFill>
                            <a:srgbClr val="D9D9D9"/>
                          </a:solidFill>
                          <a:latin typeface="Arial" panose="020B0604020202020204" pitchFamily="34" charset="0"/>
                          <a:cs typeface="Arial" panose="020B0604020202020204" pitchFamily="34" charset="0"/>
                        </a:rPr>
                        <a:t>.</a:t>
                      </a:r>
                      <a:endParaRPr lang="en-US" sz="1300" noProof="0" dirty="0">
                        <a:solidFill>
                          <a:srgbClr val="D9D9D9"/>
                        </a:solidFill>
                        <a:latin typeface="Arial" panose="020B0604020202020204" pitchFamily="34" charset="0"/>
                        <a:cs typeface="Arial" panose="020B0604020202020204" pitchFamily="34" charset="0"/>
                      </a:endParaRPr>
                    </a:p>
                  </a:txBody>
                  <a:tcPr marL="95264" marR="95264" marT="47632" marB="47632">
                    <a:solidFill>
                      <a:srgbClr val="010101"/>
                    </a:solidFill>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panose="020B0604020202020204" pitchFamily="34" charset="0"/>
                          <a:cs typeface="Arial" panose="020B0604020202020204" pitchFamily="34" charset="0"/>
                        </a:rPr>
                        <a:t>The Quick Start</a:t>
                      </a:r>
                      <a:r>
                        <a:rPr lang="en-US" sz="1500" baseline="0" noProof="0" dirty="0">
                          <a:solidFill>
                            <a:srgbClr val="D9D9D9"/>
                          </a:solidFill>
                          <a:latin typeface="Arial" panose="020B0604020202020204" pitchFamily="34" charset="0"/>
                          <a:cs typeface="Arial" panose="020B0604020202020204" pitchFamily="34" charset="0"/>
                        </a:rPr>
                        <a:t> Guides</a:t>
                      </a:r>
                      <a:r>
                        <a:rPr lang="en-US" sz="1500" noProof="0" dirty="0">
                          <a:solidFill>
                            <a:srgbClr val="D9D9D9"/>
                          </a:solidFill>
                          <a:latin typeface="Arial" panose="020B0604020202020204" pitchFamily="34" charset="0"/>
                          <a:cs typeface="Arial" panose="020B0604020202020204" pitchFamily="34" charset="0"/>
                        </a:rPr>
                        <a:t> </a:t>
                      </a:r>
                      <a:r>
                        <a:rPr lang="en-US" sz="1500" u="sng" noProof="0" dirty="0">
                          <a:solidFill>
                            <a:srgbClr val="D9D9D9"/>
                          </a:solidFill>
                          <a:latin typeface="Arial" panose="020B0604020202020204" pitchFamily="34" charset="0"/>
                          <a:cs typeface="Arial" panose="020B0604020202020204" pitchFamily="34" charset="0"/>
                        </a:rPr>
                        <a:t>are outside the template’s printable area</a:t>
                      </a:r>
                      <a:r>
                        <a:rPr lang="en-US" sz="1500" noProof="0" dirty="0">
                          <a:solidFill>
                            <a:srgbClr val="D9D9D9"/>
                          </a:solidFill>
                          <a:latin typeface="Arial" panose="020B0604020202020204" pitchFamily="34" charset="0"/>
                          <a:cs typeface="Arial" panose="020B0604020202020204" pitchFamily="34" charset="0"/>
                        </a:rPr>
                        <a:t> and they will not be on the printed poster</a:t>
                      </a:r>
                      <a:r>
                        <a:rPr lang="en-US" sz="15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extLst>
                  <a:ext uri="{0D108BD9-81ED-4DB2-BD59-A6C34878D82A}">
                    <a16:rowId xmlns:a16="http://schemas.microsoft.com/office/drawing/2014/main" val="10005"/>
                  </a:ext>
                </a:extLst>
              </a:tr>
              <a:tr h="1913588">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baseline="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r>
                        <a:rPr lang="en-US" sz="1500" baseline="0" noProof="0" dirty="0">
                          <a:solidFill>
                            <a:srgbClr val="D9D9D9"/>
                          </a:solidFill>
                          <a:latin typeface="Arial" panose="020B0604020202020204" pitchFamily="34" charset="0"/>
                          <a:cs typeface="Arial" panose="020B0604020202020204" pitchFamily="34" charset="0"/>
                        </a:rPr>
                        <a:t>To hide the guides click on the </a:t>
                      </a:r>
                      <a:r>
                        <a:rPr lang="en-US" sz="1500" b="1" baseline="0" noProof="0" dirty="0">
                          <a:solidFill>
                            <a:srgbClr val="D9D9D9"/>
                          </a:solidFill>
                          <a:latin typeface="Arial" panose="020B0604020202020204" pitchFamily="34" charset="0"/>
                          <a:cs typeface="Arial" panose="020B0604020202020204" pitchFamily="34" charset="0"/>
                        </a:rPr>
                        <a:t>Home</a:t>
                      </a:r>
                      <a:r>
                        <a:rPr lang="en-US" sz="15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1500" b="1"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1500" b="1" baseline="0" noProof="0" dirty="0">
                          <a:solidFill>
                            <a:srgbClr val="D9D9D9"/>
                          </a:solidFill>
                          <a:latin typeface="Arial" panose="020B0604020202020204" pitchFamily="34" charset="0"/>
                          <a:cs typeface="Arial" panose="020B0604020202020204" pitchFamily="34" charset="0"/>
                        </a:rPr>
                        <a:t>Without Guides </a:t>
                      </a:r>
                      <a:r>
                        <a:rPr lang="en-US" sz="1500" b="0" baseline="0" noProof="0" dirty="0">
                          <a:solidFill>
                            <a:srgbClr val="D9D9D9"/>
                          </a:solidFill>
                          <a:latin typeface="Arial" panose="020B0604020202020204" pitchFamily="34" charset="0"/>
                          <a:cs typeface="Arial" panose="020B0604020202020204" pitchFamily="34" charset="0"/>
                        </a:rPr>
                        <a:t>layout</a:t>
                      </a:r>
                      <a:r>
                        <a:rPr lang="en-US" sz="1500" baseline="0" noProof="0" dirty="0">
                          <a:solidFill>
                            <a:srgbClr val="D9D9D9"/>
                          </a:solidFill>
                          <a:latin typeface="Arial" panose="020B0604020202020204" pitchFamily="34" charset="0"/>
                          <a:cs typeface="Arial" panose="020B0604020202020204" pitchFamily="34" charset="0"/>
                        </a:rPr>
                        <a:t>.</a:t>
                      </a:r>
                      <a:endParaRPr lang="en-US" sz="1500" noProof="0" dirty="0">
                        <a:solidFill>
                          <a:srgbClr val="D9D9D9"/>
                        </a:solidFill>
                        <a:latin typeface="Arial" panose="020B0604020202020204" pitchFamily="34" charset="0"/>
                        <a:cs typeface="Arial" panose="020B0604020202020204" pitchFamily="34" charset="0"/>
                      </a:endParaRPr>
                    </a:p>
                    <a:p>
                      <a:pPr marL="0" marR="0" lvl="0" indent="0" algn="l" defTabSz="1518341"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panose="020B0604020202020204" pitchFamily="34" charset="0"/>
                        <a:cs typeface="Arial" panose="020B0604020202020204" pitchFamily="34" charset="0"/>
                      </a:endParaRPr>
                    </a:p>
                  </a:txBody>
                  <a:tcPr marL="108661" marR="108661" marT="54248" marB="54248">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1983015">
                <a:tc gridSpan="2">
                  <a:txBody>
                    <a:bodyPr/>
                    <a:lstStyle/>
                    <a:p>
                      <a:r>
                        <a:rPr lang="en-US" sz="1700" b="1" dirty="0">
                          <a:solidFill>
                            <a:srgbClr val="FFC000"/>
                          </a:solidFill>
                          <a:latin typeface="Arial" panose="020B0604020202020204" pitchFamily="34" charset="0"/>
                          <a:cs typeface="Arial" panose="020B0604020202020204" pitchFamily="34" charset="0"/>
                        </a:rPr>
                        <a:t>How to</a:t>
                      </a:r>
                      <a:r>
                        <a:rPr lang="en-US" sz="1700" b="1" baseline="0" dirty="0">
                          <a:solidFill>
                            <a:srgbClr val="FFC000"/>
                          </a:solidFill>
                          <a:latin typeface="Arial" panose="020B0604020202020204" pitchFamily="34" charset="0"/>
                          <a:cs typeface="Arial" panose="020B0604020202020204" pitchFamily="34" charset="0"/>
                        </a:rPr>
                        <a:t> preview your poster prior to presenting</a:t>
                      </a:r>
                      <a:endParaRPr lang="en-US" sz="1700" b="1" dirty="0">
                        <a:solidFill>
                          <a:srgbClr val="FFC000"/>
                        </a:solidFill>
                        <a:latin typeface="Arial" panose="020B0604020202020204" pitchFamily="34" charset="0"/>
                        <a:cs typeface="Arial" panose="020B0604020202020204" pitchFamily="34" charset="0"/>
                      </a:endParaRPr>
                    </a:p>
                    <a:p>
                      <a:r>
                        <a:rPr lang="en-US" sz="1500" dirty="0">
                          <a:solidFill>
                            <a:srgbClr val="D9D9D9"/>
                          </a:solidFill>
                          <a:latin typeface="Arial" panose="020B0604020202020204" pitchFamily="34" charset="0"/>
                          <a:cs typeface="Arial" panose="020B0604020202020204" pitchFamily="34" charset="0"/>
                        </a:rPr>
                        <a:t>You can preview your poster at any time by pressing the </a:t>
                      </a:r>
                      <a:r>
                        <a:rPr lang="en-US" sz="1500" dirty="0">
                          <a:solidFill>
                            <a:srgbClr val="FFC000"/>
                          </a:solidFill>
                          <a:latin typeface="Arial" panose="020B0604020202020204" pitchFamily="34" charset="0"/>
                          <a:cs typeface="Arial" panose="020B0604020202020204" pitchFamily="34" charset="0"/>
                        </a:rPr>
                        <a:t>F5 key</a:t>
                      </a:r>
                      <a:r>
                        <a:rPr lang="en-US" sz="15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1500" dirty="0">
                          <a:solidFill>
                            <a:srgbClr val="FFC000"/>
                          </a:solidFill>
                          <a:latin typeface="Arial" panose="020B0604020202020204" pitchFamily="34" charset="0"/>
                          <a:cs typeface="Arial" panose="020B0604020202020204" pitchFamily="34" charset="0"/>
                        </a:rPr>
                        <a:t>ESC key </a:t>
                      </a:r>
                      <a:r>
                        <a:rPr lang="en-US" sz="1500" dirty="0">
                          <a:solidFill>
                            <a:srgbClr val="D9D9D9"/>
                          </a:solidFill>
                          <a:latin typeface="Arial" panose="020B0604020202020204" pitchFamily="34" charset="0"/>
                          <a:cs typeface="Arial" panose="020B0604020202020204" pitchFamily="34" charset="0"/>
                        </a:rPr>
                        <a:t>to exit Preview.</a:t>
                      </a:r>
                    </a:p>
                  </a:txBody>
                  <a:tcPr marL="108661" marR="108661" marT="54248" marB="54248">
                    <a:solidFill>
                      <a:srgbClr val="010101"/>
                    </a:solidFill>
                  </a:tcPr>
                </a:tc>
                <a:tc hMerge="1">
                  <a:txBody>
                    <a:bodyPr/>
                    <a:lstStyle/>
                    <a:p>
                      <a:r>
                        <a:rPr lang="en-US" sz="5900" b="1" dirty="0">
                          <a:solidFill>
                            <a:srgbClr val="D9D9D9"/>
                          </a:solidFill>
                          <a:latin typeface="Arial" panose="020B0604020202020204" pitchFamily="34" charset="0"/>
                          <a:cs typeface="Arial" panose="020B0604020202020204" pitchFamily="34" charset="0"/>
                        </a:rPr>
                        <a:t>F5</a:t>
                      </a:r>
                      <a:r>
                        <a:rPr lang="en-US" sz="1300" baseline="0" dirty="0">
                          <a:solidFill>
                            <a:srgbClr val="D9D9D9"/>
                          </a:solidFill>
                          <a:latin typeface="Arial" panose="020B0604020202020204" pitchFamily="34" charset="0"/>
                          <a:cs typeface="Arial" panose="020B0604020202020204" pitchFamily="34" charset="0"/>
                        </a:rPr>
                        <a:t> </a:t>
                      </a:r>
                      <a:endParaRPr lang="en-US" dirty="0"/>
                    </a:p>
                  </a:txBody>
                  <a:tcPr marL="106881" marR="53440" marT="70140" marB="23380" anchor="ctr">
                    <a:solidFill>
                      <a:schemeClr val="tx1">
                        <a:lumMod val="95000"/>
                        <a:lumOff val="5000"/>
                      </a:schemeClr>
                    </a:solidFill>
                  </a:tcPr>
                </a:tc>
                <a:tc>
                  <a:txBody>
                    <a:bodyPr/>
                    <a:lstStyle/>
                    <a:p>
                      <a:r>
                        <a:rPr lang="en-US" sz="6700" b="1" dirty="0">
                          <a:solidFill>
                            <a:srgbClr val="D9D9D9"/>
                          </a:solidFill>
                          <a:latin typeface="Arial" panose="020B0604020202020204" pitchFamily="34" charset="0"/>
                          <a:cs typeface="Arial" panose="020B0604020202020204" pitchFamily="34" charset="0"/>
                        </a:rPr>
                        <a:t>F5</a:t>
                      </a:r>
                      <a:r>
                        <a:rPr lang="en-US" sz="1500" baseline="0" dirty="0">
                          <a:solidFill>
                            <a:srgbClr val="D9D9D9"/>
                          </a:solidFill>
                          <a:latin typeface="Arial" panose="020B0604020202020204" pitchFamily="34" charset="0"/>
                          <a:cs typeface="Arial" panose="020B0604020202020204" pitchFamily="34" charset="0"/>
                        </a:rPr>
                        <a:t> </a:t>
                      </a:r>
                      <a:endParaRPr lang="en-US" sz="6000" dirty="0"/>
                    </a:p>
                  </a:txBody>
                  <a:tcPr marL="121911" marR="60955" marT="79882" marB="26627" anchor="ctr">
                    <a:solidFill>
                      <a:schemeClr val="tx1">
                        <a:lumMod val="95000"/>
                        <a:lumOff val="5000"/>
                      </a:schemeClr>
                    </a:solidFill>
                  </a:tcPr>
                </a:tc>
                <a:extLst>
                  <a:ext uri="{0D108BD9-81ED-4DB2-BD59-A6C34878D82A}">
                    <a16:rowId xmlns:a16="http://schemas.microsoft.com/office/drawing/2014/main" val="10006"/>
                  </a:ext>
                </a:extLst>
              </a:tr>
              <a:tr h="104575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700" b="1" noProof="0" dirty="0">
                          <a:solidFill>
                            <a:srgbClr val="FFC000"/>
                          </a:solidFill>
                          <a:latin typeface="Arial"/>
                          <a:cs typeface="Arial"/>
                        </a:rPr>
                        <a:t>How to present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500" noProof="0" dirty="0">
                          <a:solidFill>
                            <a:srgbClr val="D9D9D9"/>
                          </a:solidFill>
                          <a:latin typeface="Arial"/>
                          <a:cs typeface="Arial"/>
                        </a:rPr>
                        <a:t>When you finish designing your poster and are ready to virtually present it, follow the conference organizers' instructions.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500" noProof="0" dirty="0">
                        <a:solidFill>
                          <a:srgbClr val="D9D9D9"/>
                        </a:solidFill>
                        <a:latin typeface="Arial"/>
                        <a:cs typeface="Arial"/>
                      </a:endParaRPr>
                    </a:p>
                  </a:txBody>
                  <a:tcPr marL="108661" marR="108661" marT="54248" marB="54248">
                    <a:solidFill>
                      <a:srgbClr val="010101"/>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300" noProof="0" dirty="0">
                        <a:solidFill>
                          <a:srgbClr val="D9D9D9"/>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7"/>
                  </a:ext>
                </a:extLst>
              </a:tr>
              <a:tr h="5037788">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rPr>
                        <a:t>Publish, present virtually, share, and discuss!</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D9D9D9"/>
                          </a:solidFill>
                          <a:latin typeface="Arial"/>
                          <a:cs typeface="Arial"/>
                        </a:rPr>
                        <a:t>Submit your poster and add it to the Research Poster Virtual Library.</a:t>
                      </a:r>
                      <a:br>
                        <a:rPr lang="en-US" sz="1600" b="1" noProof="0" dirty="0">
                          <a:solidFill>
                            <a:srgbClr val="D9D9D9"/>
                          </a:solidFill>
                          <a:latin typeface="Arial"/>
                          <a:cs typeface="Arial"/>
                        </a:rPr>
                      </a:br>
                      <a:br>
                        <a:rPr lang="en-US" sz="1600" b="1" noProof="0" dirty="0">
                          <a:solidFill>
                            <a:srgbClr val="D9D9D9"/>
                          </a:solidFill>
                          <a:latin typeface="Arial"/>
                          <a:cs typeface="Arial"/>
                        </a:rPr>
                      </a:br>
                      <a:r>
                        <a:rPr lang="en-US" sz="1600" b="1" noProof="0" dirty="0">
                          <a:solidFill>
                            <a:schemeClr val="accent4"/>
                          </a:solidFill>
                          <a:latin typeface="Arial"/>
                          <a:cs typeface="Arial"/>
                        </a:rPr>
                        <a:t>Continuous</a:t>
                      </a:r>
                      <a:r>
                        <a:rPr lang="en-US" sz="1600" b="1" noProof="0" dirty="0">
                          <a:solidFill>
                            <a:srgbClr val="D9D9D9"/>
                          </a:solidFill>
                          <a:latin typeface="Arial"/>
                          <a:cs typeface="Arial"/>
                        </a:rPr>
                        <a:t> </a:t>
                      </a:r>
                      <a:r>
                        <a:rPr lang="en-US" sz="1600" b="1" noProof="0" dirty="0">
                          <a:solidFill>
                            <a:srgbClr val="FFC000"/>
                          </a:solidFill>
                          <a:latin typeface="Arial"/>
                          <a:cs typeface="Arial"/>
                        </a:rPr>
                        <a:t>global reach</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Share your research with thousands of students, educators, scientists, and researchers from all over the United States and the World.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Full-featured poster showcase included</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Present your poster on a  professional full-featured and customizable web page that includes full screen functions, social sharing, your own discussion board, private contact form, narration and more.</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1" noProof="0" dirty="0">
                          <a:solidFill>
                            <a:srgbClr val="FFC000"/>
                          </a:solidFill>
                          <a:latin typeface="Arial"/>
                          <a:cs typeface="Arial"/>
                        </a:rPr>
                        <a:t>Convenience for presenter groups and conference coordinators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1600" b="0" noProof="0" dirty="0">
                          <a:solidFill>
                            <a:srgbClr val="D9D9D9"/>
                          </a:solidFill>
                          <a:latin typeface="Arial"/>
                          <a:cs typeface="Arial"/>
                        </a:rPr>
                        <a:t>Published posters can easily be presented at virtual conferences. Perfect solution for organizers of meetings and conferences.</a:t>
                      </a:r>
                      <a:br>
                        <a:rPr lang="en-US" sz="1600" b="1" noProof="0" dirty="0">
                          <a:solidFill>
                            <a:srgbClr val="D9D9D9"/>
                          </a:solidFill>
                          <a:latin typeface="Arial"/>
                          <a:cs typeface="Arial"/>
                        </a:rPr>
                      </a:br>
                      <a:endParaRPr lang="en-US" sz="1600" b="1" noProof="0" dirty="0">
                        <a:solidFill>
                          <a:srgbClr val="D9D9D9"/>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1800" b="1"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https://www.PosterPresentations.com/</a:t>
                      </a:r>
                      <a:r>
                        <a:rPr lang="en-US" sz="1800" b="1" u="sng" noProof="0" dirty="0">
                          <a:solidFill>
                            <a:srgbClr val="FFC000"/>
                          </a:solidFill>
                          <a:latin typeface="Arial"/>
                          <a:cs typeface="Arial"/>
                          <a:hlinkClick r:id="rId11">
                            <a:extLst>
                              <a:ext uri="{A12FA001-AC4F-418D-AE19-62706E023703}">
                                <ahyp:hlinkClr xmlns:ahyp="http://schemas.microsoft.com/office/drawing/2018/hyperlinkcolor" val="tx"/>
                              </a:ext>
                            </a:extLst>
                          </a:hlinkClick>
                        </a:rPr>
                        <a:t>research</a:t>
                      </a:r>
                      <a:endParaRPr lang="en-US" sz="1800" b="1" u="sng" noProof="0" dirty="0">
                        <a:solidFill>
                          <a:srgbClr val="FFC000"/>
                        </a:solidFill>
                        <a:latin typeface="Arial"/>
                        <a:cs typeface="Arial"/>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1600" b="1" noProof="0" dirty="0">
                        <a:solidFill>
                          <a:srgbClr val="D9D9D9"/>
                        </a:solidFill>
                        <a:latin typeface="Arial"/>
                        <a:cs typeface="Arial"/>
                      </a:endParaRPr>
                    </a:p>
                  </a:txBody>
                  <a:tcPr marL="108661" marR="108661" marT="54248" marB="54248">
                    <a:solidFill>
                      <a:srgbClr val="003366"/>
                    </a:solidFill>
                  </a:tcPr>
                </a:tc>
                <a:tc hMerge="1">
                  <a:txBody>
                    <a:bodyPr/>
                    <a:lstStyle/>
                    <a:p>
                      <a:endParaRPr lang="en-US"/>
                    </a:p>
                  </a:txBody>
                  <a:tcPr/>
                </a:tc>
                <a:tc hMerge="1">
                  <a:txBody>
                    <a:bodyPr/>
                    <a:lstStyle/>
                    <a:p>
                      <a:pPr marL="0" marR="0" lvl="0" indent="0" algn="l" defTabSz="114300" rtl="0" eaLnBrk="1" fontAlgn="auto" latinLnBrk="0" hangingPunct="1">
                        <a:lnSpc>
                          <a:spcPct val="100000"/>
                        </a:lnSpc>
                        <a:spcBef>
                          <a:spcPts val="0"/>
                        </a:spcBef>
                        <a:spcAft>
                          <a:spcPts val="0"/>
                        </a:spcAft>
                        <a:buClrTx/>
                        <a:buSzTx/>
                        <a:buFontTx/>
                        <a:buNone/>
                        <a:tabLst/>
                        <a:defRPr/>
                      </a:pPr>
                      <a:endParaRPr lang="en-US" sz="1400" b="1" noProof="0" dirty="0">
                        <a:solidFill>
                          <a:srgbClr val="D9D9D9"/>
                        </a:solidFill>
                        <a:latin typeface="Arial"/>
                        <a:cs typeface="Arial"/>
                      </a:endParaRPr>
                    </a:p>
                  </a:txBody>
                  <a:tcPr marL="95264" marR="95264" marT="47632" marB="47632">
                    <a:solidFill>
                      <a:schemeClr val="accent5">
                        <a:lumMod val="50000"/>
                      </a:schemeClr>
                    </a:solidFill>
                  </a:tcPr>
                </a:tc>
                <a:extLst>
                  <a:ext uri="{0D108BD9-81ED-4DB2-BD59-A6C34878D82A}">
                    <a16:rowId xmlns:a16="http://schemas.microsoft.com/office/drawing/2014/main" val="2448051497"/>
                  </a:ext>
                </a:extLst>
              </a:tr>
              <a:tr h="877874">
                <a:tc gridSpan="3">
                  <a:txBody>
                    <a:bodyPr/>
                    <a:lstStyle/>
                    <a:p>
                      <a:endParaRPr lang="en-US" sz="1500" dirty="0">
                        <a:solidFill>
                          <a:srgbClr val="1F3A4E"/>
                        </a:solidFill>
                      </a:endParaRPr>
                    </a:p>
                  </a:txBody>
                  <a:tcPr marL="108661" marR="108661" marT="54248" marB="54248">
                    <a:blipFill dpi="0" rotWithShape="1">
                      <a:blip r:embed="rId12">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sz="1300" dirty="0">
                        <a:solidFill>
                          <a:srgbClr val="1F3A4E"/>
                        </a:solidFill>
                      </a:endParaRPr>
                    </a:p>
                  </a:txBody>
                  <a:tcPr marL="95264" marR="95264" marT="47632" marB="47632">
                    <a:blipFill dpi="0" rotWithShape="1">
                      <a:blip r:embed="rId12">
                        <a:extLst>
                          <a:ext uri="{28A0092B-C50C-407E-A947-70E740481C1C}">
                            <a14:useLocalDpi xmlns:a14="http://schemas.microsoft.com/office/drawing/2010/main" val="0"/>
                          </a:ext>
                        </a:extLst>
                      </a:blip>
                      <a:srcRect/>
                      <a:stretch>
                        <a:fillRect/>
                      </a:stretch>
                    </a:blipFill>
                  </a:tcPr>
                </a:tc>
                <a:extLst>
                  <a:ext uri="{0D108BD9-81ED-4DB2-BD59-A6C34878D82A}">
                    <a16:rowId xmlns:a16="http://schemas.microsoft.com/office/drawing/2014/main" val="10008"/>
                  </a:ext>
                </a:extLst>
              </a:tr>
              <a:tr h="638795">
                <a:tc>
                  <a:txBody>
                    <a:bodyPr/>
                    <a:lstStyle/>
                    <a:p>
                      <a:pPr>
                        <a:lnSpc>
                          <a:spcPct val="100000"/>
                        </a:lnSpc>
                      </a:pPr>
                      <a:r>
                        <a:rPr lang="en-US" sz="1100" dirty="0">
                          <a:solidFill>
                            <a:schemeClr val="bg1">
                              <a:lumMod val="85000"/>
                            </a:schemeClr>
                          </a:solidFill>
                          <a:latin typeface="Arial"/>
                          <a:cs typeface="Arial"/>
                        </a:rPr>
                        <a:t>© 2020</a:t>
                      </a:r>
                      <a:r>
                        <a:rPr lang="en-US" sz="1100" baseline="0" dirty="0">
                          <a:solidFill>
                            <a:schemeClr val="bg1">
                              <a:lumMod val="85000"/>
                            </a:schemeClr>
                          </a:solidFill>
                          <a:latin typeface="Arial"/>
                          <a:cs typeface="Arial"/>
                        </a:rPr>
                        <a:t> </a:t>
                      </a:r>
                      <a:r>
                        <a:rPr lang="en-US" sz="1100" dirty="0" err="1">
                          <a:solidFill>
                            <a:schemeClr val="bg1">
                              <a:lumMod val="85000"/>
                            </a:schemeClr>
                          </a:solidFill>
                          <a:latin typeface="Arial"/>
                          <a:cs typeface="Arial"/>
                        </a:rPr>
                        <a:t>PosterPresentations.com</a:t>
                      </a:r>
                      <a:br>
                        <a:rPr lang="en-US" sz="1100" dirty="0">
                          <a:solidFill>
                            <a:schemeClr val="bg1">
                              <a:lumMod val="85000"/>
                            </a:schemeClr>
                          </a:solidFill>
                          <a:latin typeface="Arial"/>
                          <a:cs typeface="Arial"/>
                        </a:rPr>
                      </a:br>
                      <a:r>
                        <a:rPr lang="en-US" sz="1100" dirty="0">
                          <a:solidFill>
                            <a:schemeClr val="bg1">
                              <a:lumMod val="85000"/>
                            </a:schemeClr>
                          </a:solidFill>
                          <a:latin typeface="Arial"/>
                          <a:cs typeface="Arial"/>
                        </a:rPr>
                        <a:t>2117 Fourth Street ,</a:t>
                      </a:r>
                      <a:r>
                        <a:rPr lang="en-US" sz="1100" baseline="0" dirty="0">
                          <a:solidFill>
                            <a:schemeClr val="bg1">
                              <a:lumMod val="85000"/>
                            </a:schemeClr>
                          </a:solidFill>
                          <a:latin typeface="Arial"/>
                          <a:cs typeface="Arial"/>
                        </a:rPr>
                        <a:t> STE C        </a:t>
                      </a:r>
                    </a:p>
                    <a:p>
                      <a:pPr>
                        <a:lnSpc>
                          <a:spcPct val="100000"/>
                        </a:lnSpc>
                      </a:pPr>
                      <a:r>
                        <a:rPr lang="en-US" sz="1100" baseline="0" dirty="0">
                          <a:solidFill>
                            <a:schemeClr val="bg1">
                              <a:lumMod val="85000"/>
                            </a:schemeClr>
                          </a:solidFill>
                          <a:latin typeface="Arial"/>
                          <a:cs typeface="Arial"/>
                        </a:rPr>
                        <a:t>Berkeley CA 94710 USA</a:t>
                      </a:r>
                      <a:endParaRPr lang="en-US" sz="1100" dirty="0">
                        <a:solidFill>
                          <a:schemeClr val="bg1">
                            <a:lumMod val="85000"/>
                          </a:schemeClr>
                        </a:solidFill>
                        <a:latin typeface="Arial"/>
                        <a:cs typeface="Arial"/>
                      </a:endParaRPr>
                    </a:p>
                  </a:txBody>
                  <a:tcPr marL="121911" marR="60955" marT="79882" marB="26627">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1500" b="1" dirty="0">
                          <a:solidFill>
                            <a:srgbClr val="D0D0D0"/>
                          </a:solidFill>
                          <a:latin typeface="Arial"/>
                          <a:cs typeface="Arial"/>
                        </a:rPr>
                        <a:t>For poster-making tutorials</a:t>
                      </a:r>
                      <a:r>
                        <a:rPr lang="en-US" sz="15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1000" b="1" dirty="0">
                          <a:solidFill>
                            <a:srgbClr val="FFC000"/>
                          </a:solidFill>
                          <a:latin typeface="Arial"/>
                          <a:cs typeface="Arial"/>
                        </a:rPr>
                        <a:t>https://</a:t>
                      </a:r>
                      <a:r>
                        <a:rPr lang="en-US" sz="1000" b="1" dirty="0" err="1">
                          <a:solidFill>
                            <a:srgbClr val="FFC000"/>
                          </a:solidFill>
                          <a:latin typeface="Arial"/>
                          <a:cs typeface="Arial"/>
                        </a:rPr>
                        <a:t>www.posterpresentations.com</a:t>
                      </a:r>
                      <a:r>
                        <a:rPr lang="en-US" sz="1000" b="1" dirty="0">
                          <a:solidFill>
                            <a:srgbClr val="FFC000"/>
                          </a:solidFill>
                          <a:latin typeface="Arial"/>
                          <a:cs typeface="Arial"/>
                        </a:rPr>
                        <a:t>/</a:t>
                      </a:r>
                      <a:r>
                        <a:rPr lang="en-US" sz="1000" b="1" dirty="0" err="1">
                          <a:solidFill>
                            <a:srgbClr val="FFC000"/>
                          </a:solidFill>
                          <a:latin typeface="Arial"/>
                          <a:cs typeface="Arial"/>
                        </a:rPr>
                        <a:t>helpdesk.html</a:t>
                      </a:r>
                      <a:endParaRPr lang="en-US" sz="1000" dirty="0">
                        <a:solidFill>
                          <a:schemeClr val="bg1">
                            <a:lumMod val="85000"/>
                          </a:schemeClr>
                        </a:solidFill>
                        <a:latin typeface="Arial"/>
                        <a:cs typeface="Arial"/>
                      </a:endParaRPr>
                    </a:p>
                  </a:txBody>
                  <a:tcPr marL="108661" marR="108661" marT="54248" marB="54248">
                    <a:solidFill>
                      <a:srgbClr val="010101"/>
                    </a:solidFill>
                  </a:tcPr>
                </a:tc>
                <a:tc hMerge="1">
                  <a:txBody>
                    <a:bodyPr/>
                    <a:lstStyle/>
                    <a:p>
                      <a:pPr marL="0" marR="0" indent="0" algn="l" defTabSz="4388900" rtl="0" eaLnBrk="1" fontAlgn="auto" latinLnBrk="0" hangingPunct="1">
                        <a:lnSpc>
                          <a:spcPct val="100000"/>
                        </a:lnSpc>
                        <a:spcBef>
                          <a:spcPts val="0"/>
                        </a:spcBef>
                        <a:spcAft>
                          <a:spcPts val="0"/>
                        </a:spcAft>
                        <a:buClrTx/>
                        <a:buSzTx/>
                        <a:buFontTx/>
                        <a:buNone/>
                        <a:tabLst/>
                        <a:defRPr/>
                      </a:pPr>
                      <a:endParaRPr lang="en-US" sz="900" dirty="0">
                        <a:solidFill>
                          <a:schemeClr val="bg1">
                            <a:lumMod val="85000"/>
                          </a:schemeClr>
                        </a:solidFill>
                        <a:latin typeface="Arial"/>
                        <a:cs typeface="Arial"/>
                      </a:endParaRPr>
                    </a:p>
                  </a:txBody>
                  <a:tcPr marL="95264" marR="95264" marT="47632" marB="47632">
                    <a:solidFill>
                      <a:srgbClr val="010101"/>
                    </a:solidFill>
                  </a:tcPr>
                </a:tc>
                <a:extLst>
                  <a:ext uri="{0D108BD9-81ED-4DB2-BD59-A6C34878D82A}">
                    <a16:rowId xmlns:a16="http://schemas.microsoft.com/office/drawing/2014/main" val="10009"/>
                  </a:ext>
                </a:extLst>
              </a:tr>
            </a:tbl>
          </a:graphicData>
        </a:graphic>
      </p:graphicFrame>
    </p:spTree>
  </p:cSld>
  <p:clrMap bg1="lt1" tx1="dk1" bg2="lt2" tx2="dk2" accent1="accent1" accent2="accent2" accent3="accent3" accent4="accent4" accent5="accent5" accent6="accent6" hlink="hlink" folHlink="folHlink"/>
  <p:sldLayoutIdLst>
    <p:sldLayoutId id="2147483654" r:id="rId1"/>
  </p:sldLayoutIdLst>
  <p:txStyles>
    <p:titleStyle>
      <a:lvl1pPr algn="ctr" defTabSz="3046811" rtl="0" eaLnBrk="1" latinLnBrk="0" hangingPunct="1">
        <a:spcBef>
          <a:spcPct val="0"/>
        </a:spcBef>
        <a:buNone/>
        <a:defRPr sz="6075" kern="1200">
          <a:solidFill>
            <a:schemeClr val="bg1"/>
          </a:solidFill>
          <a:latin typeface="Trebuchet MS" pitchFamily="34" charset="0"/>
          <a:ea typeface="+mj-ea"/>
          <a:cs typeface="+mj-cs"/>
        </a:defRPr>
      </a:lvl1pPr>
    </p:titleStyle>
    <p:bodyStyle>
      <a:lvl1pPr marL="1142555" indent="-1142555" algn="l" defTabSz="3046811" rtl="0" eaLnBrk="1" latinLnBrk="0" hangingPunct="1">
        <a:spcBef>
          <a:spcPct val="20000"/>
        </a:spcBef>
        <a:buFont typeface="Arial" pitchFamily="34" charset="0"/>
        <a:buChar char="•"/>
        <a:defRPr sz="10691" kern="1200">
          <a:solidFill>
            <a:schemeClr val="tx1"/>
          </a:solidFill>
          <a:latin typeface="+mn-lt"/>
          <a:ea typeface="+mn-ea"/>
          <a:cs typeface="+mn-cs"/>
        </a:defRPr>
      </a:lvl1pPr>
      <a:lvl2pPr marL="2475535" indent="-952128" algn="l" defTabSz="3046811" rtl="0" eaLnBrk="1" latinLnBrk="0" hangingPunct="1">
        <a:spcBef>
          <a:spcPct val="20000"/>
        </a:spcBef>
        <a:buFont typeface="Arial" pitchFamily="34" charset="0"/>
        <a:buChar char="–"/>
        <a:defRPr sz="9355" kern="1200">
          <a:solidFill>
            <a:schemeClr val="tx1"/>
          </a:solidFill>
          <a:latin typeface="+mn-lt"/>
          <a:ea typeface="+mn-ea"/>
          <a:cs typeface="+mn-cs"/>
        </a:defRPr>
      </a:lvl2pPr>
      <a:lvl3pPr marL="3808515" indent="-761703" algn="l" defTabSz="3046811" rtl="0" eaLnBrk="1" latinLnBrk="0" hangingPunct="1">
        <a:spcBef>
          <a:spcPct val="20000"/>
        </a:spcBef>
        <a:buFont typeface="Arial" pitchFamily="34" charset="0"/>
        <a:buChar char="•"/>
        <a:defRPr sz="8018" kern="1200">
          <a:solidFill>
            <a:schemeClr val="tx1"/>
          </a:solidFill>
          <a:latin typeface="+mn-lt"/>
          <a:ea typeface="+mn-ea"/>
          <a:cs typeface="+mn-cs"/>
        </a:defRPr>
      </a:lvl3pPr>
      <a:lvl4pPr marL="533192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4pPr>
      <a:lvl5pPr marL="685532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5pPr>
      <a:lvl6pPr marL="8378731"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6pPr>
      <a:lvl7pPr marL="9902136"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7pPr>
      <a:lvl8pPr marL="11425543"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8pPr>
      <a:lvl9pPr marL="12948948" indent="-761703" algn="l" defTabSz="3046811" rtl="0" eaLnBrk="1" latinLnBrk="0" hangingPunct="1">
        <a:spcBef>
          <a:spcPct val="20000"/>
        </a:spcBef>
        <a:buFont typeface="Arial" pitchFamily="34" charset="0"/>
        <a:buChar char="•"/>
        <a:defRPr sz="6682" kern="1200">
          <a:solidFill>
            <a:schemeClr val="tx1"/>
          </a:solidFill>
          <a:latin typeface="+mn-lt"/>
          <a:ea typeface="+mn-ea"/>
          <a:cs typeface="+mn-cs"/>
        </a:defRPr>
      </a:lvl9pPr>
    </p:bodyStyle>
    <p:otherStyle>
      <a:defPPr>
        <a:defRPr lang="en-US"/>
      </a:defPPr>
      <a:lvl1pPr marL="0" algn="l" defTabSz="3046811" rtl="0" eaLnBrk="1" latinLnBrk="0" hangingPunct="1">
        <a:defRPr sz="5953" kern="1200">
          <a:solidFill>
            <a:schemeClr val="tx1"/>
          </a:solidFill>
          <a:latin typeface="+mn-lt"/>
          <a:ea typeface="+mn-ea"/>
          <a:cs typeface="+mn-cs"/>
        </a:defRPr>
      </a:lvl1pPr>
      <a:lvl2pPr marL="1523406" algn="l" defTabSz="3046811" rtl="0" eaLnBrk="1" latinLnBrk="0" hangingPunct="1">
        <a:defRPr sz="5953" kern="1200">
          <a:solidFill>
            <a:schemeClr val="tx1"/>
          </a:solidFill>
          <a:latin typeface="+mn-lt"/>
          <a:ea typeface="+mn-ea"/>
          <a:cs typeface="+mn-cs"/>
        </a:defRPr>
      </a:lvl2pPr>
      <a:lvl3pPr marL="3046811" algn="l" defTabSz="3046811" rtl="0" eaLnBrk="1" latinLnBrk="0" hangingPunct="1">
        <a:defRPr sz="5953" kern="1200">
          <a:solidFill>
            <a:schemeClr val="tx1"/>
          </a:solidFill>
          <a:latin typeface="+mn-lt"/>
          <a:ea typeface="+mn-ea"/>
          <a:cs typeface="+mn-cs"/>
        </a:defRPr>
      </a:lvl3pPr>
      <a:lvl4pPr marL="4570218" algn="l" defTabSz="3046811" rtl="0" eaLnBrk="1" latinLnBrk="0" hangingPunct="1">
        <a:defRPr sz="5953" kern="1200">
          <a:solidFill>
            <a:schemeClr val="tx1"/>
          </a:solidFill>
          <a:latin typeface="+mn-lt"/>
          <a:ea typeface="+mn-ea"/>
          <a:cs typeface="+mn-cs"/>
        </a:defRPr>
      </a:lvl4pPr>
      <a:lvl5pPr marL="6093623" algn="l" defTabSz="3046811" rtl="0" eaLnBrk="1" latinLnBrk="0" hangingPunct="1">
        <a:defRPr sz="5953" kern="1200">
          <a:solidFill>
            <a:schemeClr val="tx1"/>
          </a:solidFill>
          <a:latin typeface="+mn-lt"/>
          <a:ea typeface="+mn-ea"/>
          <a:cs typeface="+mn-cs"/>
        </a:defRPr>
      </a:lvl5pPr>
      <a:lvl6pPr marL="7617029" algn="l" defTabSz="3046811" rtl="0" eaLnBrk="1" latinLnBrk="0" hangingPunct="1">
        <a:defRPr sz="5953" kern="1200">
          <a:solidFill>
            <a:schemeClr val="tx1"/>
          </a:solidFill>
          <a:latin typeface="+mn-lt"/>
          <a:ea typeface="+mn-ea"/>
          <a:cs typeface="+mn-cs"/>
        </a:defRPr>
      </a:lvl6pPr>
      <a:lvl7pPr marL="9140434" algn="l" defTabSz="3046811" rtl="0" eaLnBrk="1" latinLnBrk="0" hangingPunct="1">
        <a:defRPr sz="5953" kern="1200">
          <a:solidFill>
            <a:schemeClr val="tx1"/>
          </a:solidFill>
          <a:latin typeface="+mn-lt"/>
          <a:ea typeface="+mn-ea"/>
          <a:cs typeface="+mn-cs"/>
        </a:defRPr>
      </a:lvl7pPr>
      <a:lvl8pPr marL="10663840" algn="l" defTabSz="3046811" rtl="0" eaLnBrk="1" latinLnBrk="0" hangingPunct="1">
        <a:defRPr sz="5953" kern="1200">
          <a:solidFill>
            <a:schemeClr val="tx1"/>
          </a:solidFill>
          <a:latin typeface="+mn-lt"/>
          <a:ea typeface="+mn-ea"/>
          <a:cs typeface="+mn-cs"/>
        </a:defRPr>
      </a:lvl8pPr>
      <a:lvl9pPr marL="12187246" algn="l" defTabSz="3046811" rtl="0" eaLnBrk="1" latinLnBrk="0" hangingPunct="1">
        <a:defRPr sz="595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B1B9FD-444F-A0A6-0FAC-74B8BC85AA00}"/>
              </a:ext>
            </a:extLst>
          </p:cNvPr>
          <p:cNvSpPr>
            <a:spLocks noGrp="1"/>
          </p:cNvSpPr>
          <p:nvPr>
            <p:ph type="body" sz="quarter" idx="10"/>
          </p:nvPr>
        </p:nvSpPr>
        <p:spPr/>
        <p:txBody>
          <a:bodyPr/>
          <a:lstStyle/>
          <a:p>
            <a:endParaRPr lang="en-US"/>
          </a:p>
        </p:txBody>
      </p:sp>
      <p:sp>
        <p:nvSpPr>
          <p:cNvPr id="3" name="Text Placeholder 2">
            <a:extLst>
              <a:ext uri="{FF2B5EF4-FFF2-40B4-BE49-F238E27FC236}">
                <a16:creationId xmlns:a16="http://schemas.microsoft.com/office/drawing/2014/main" id="{1EC282D5-08C0-C0D6-E4BD-B42E824C30CC}"/>
              </a:ext>
            </a:extLst>
          </p:cNvPr>
          <p:cNvSpPr>
            <a:spLocks noGrp="1"/>
          </p:cNvSpPr>
          <p:nvPr>
            <p:ph type="body" sz="quarter" idx="11"/>
          </p:nvPr>
        </p:nvSpPr>
        <p:spPr/>
        <p:txBody>
          <a:bodyPr/>
          <a:lstStyle/>
          <a:p>
            <a:endParaRPr lang="en-US"/>
          </a:p>
        </p:txBody>
      </p:sp>
      <p:sp>
        <p:nvSpPr>
          <p:cNvPr id="4" name="Text Placeholder 3">
            <a:extLst>
              <a:ext uri="{FF2B5EF4-FFF2-40B4-BE49-F238E27FC236}">
                <a16:creationId xmlns:a16="http://schemas.microsoft.com/office/drawing/2014/main" id="{C6F0AB2D-AB74-6B4F-855B-122D70AB3146}"/>
              </a:ext>
            </a:extLst>
          </p:cNvPr>
          <p:cNvSpPr>
            <a:spLocks noGrp="1"/>
          </p:cNvSpPr>
          <p:nvPr>
            <p:ph type="body" sz="quarter" idx="19"/>
          </p:nvPr>
        </p:nvSpPr>
        <p:spPr/>
        <p:txBody>
          <a:bodyPr/>
          <a:lstStyle/>
          <a:p>
            <a:endParaRPr lang="en-US"/>
          </a:p>
        </p:txBody>
      </p:sp>
      <p:sp>
        <p:nvSpPr>
          <p:cNvPr id="5" name="Text Placeholder 4">
            <a:extLst>
              <a:ext uri="{FF2B5EF4-FFF2-40B4-BE49-F238E27FC236}">
                <a16:creationId xmlns:a16="http://schemas.microsoft.com/office/drawing/2014/main" id="{A155318C-33DF-0A90-B3A9-510B782B20A9}"/>
              </a:ext>
            </a:extLst>
          </p:cNvPr>
          <p:cNvSpPr>
            <a:spLocks noGrp="1"/>
          </p:cNvSpPr>
          <p:nvPr>
            <p:ph type="body" sz="quarter" idx="20"/>
          </p:nvPr>
        </p:nvSpPr>
        <p:spPr/>
        <p:txBody>
          <a:bodyPr/>
          <a:lstStyle/>
          <a:p>
            <a:endParaRPr lang="en-US"/>
          </a:p>
        </p:txBody>
      </p:sp>
      <p:sp>
        <p:nvSpPr>
          <p:cNvPr id="6" name="Text Placeholder 5">
            <a:extLst>
              <a:ext uri="{FF2B5EF4-FFF2-40B4-BE49-F238E27FC236}">
                <a16:creationId xmlns:a16="http://schemas.microsoft.com/office/drawing/2014/main" id="{62D650D1-A663-7089-0802-92144D91C7B4}"/>
              </a:ext>
            </a:extLst>
          </p:cNvPr>
          <p:cNvSpPr>
            <a:spLocks noGrp="1"/>
          </p:cNvSpPr>
          <p:nvPr>
            <p:ph type="body" sz="quarter" idx="21"/>
          </p:nvPr>
        </p:nvSpPr>
        <p:spPr/>
        <p:txBody>
          <a:bodyPr/>
          <a:lstStyle/>
          <a:p>
            <a:endParaRPr lang="en-US"/>
          </a:p>
        </p:txBody>
      </p:sp>
      <p:sp>
        <p:nvSpPr>
          <p:cNvPr id="7" name="Text Placeholder 6">
            <a:extLst>
              <a:ext uri="{FF2B5EF4-FFF2-40B4-BE49-F238E27FC236}">
                <a16:creationId xmlns:a16="http://schemas.microsoft.com/office/drawing/2014/main" id="{624C13BF-4203-E3E9-DEC7-7C546BFBB79E}"/>
              </a:ext>
            </a:extLst>
          </p:cNvPr>
          <p:cNvSpPr>
            <a:spLocks noGrp="1"/>
          </p:cNvSpPr>
          <p:nvPr>
            <p:ph type="body" sz="quarter" idx="22"/>
          </p:nvPr>
        </p:nvSpPr>
        <p:spPr/>
        <p:txBody>
          <a:bodyPr/>
          <a:lstStyle/>
          <a:p>
            <a:endParaRPr lang="en-US"/>
          </a:p>
        </p:txBody>
      </p:sp>
      <p:sp>
        <p:nvSpPr>
          <p:cNvPr id="8" name="Text Placeholder 7">
            <a:extLst>
              <a:ext uri="{FF2B5EF4-FFF2-40B4-BE49-F238E27FC236}">
                <a16:creationId xmlns:a16="http://schemas.microsoft.com/office/drawing/2014/main" id="{B134BC60-1B7F-D8F4-08E7-CDD44907BEEA}"/>
              </a:ext>
            </a:extLst>
          </p:cNvPr>
          <p:cNvSpPr>
            <a:spLocks noGrp="1"/>
          </p:cNvSpPr>
          <p:nvPr>
            <p:ph type="body" sz="quarter" idx="23"/>
          </p:nvPr>
        </p:nvSpPr>
        <p:spPr/>
        <p:txBody>
          <a:bodyPr/>
          <a:lstStyle/>
          <a:p>
            <a:endParaRPr lang="en-US"/>
          </a:p>
        </p:txBody>
      </p:sp>
      <p:sp>
        <p:nvSpPr>
          <p:cNvPr id="9" name="Text Placeholder 8">
            <a:extLst>
              <a:ext uri="{FF2B5EF4-FFF2-40B4-BE49-F238E27FC236}">
                <a16:creationId xmlns:a16="http://schemas.microsoft.com/office/drawing/2014/main" id="{44E9DED9-E5BB-06F4-272E-ADF2ACBB4116}"/>
              </a:ext>
            </a:extLst>
          </p:cNvPr>
          <p:cNvSpPr>
            <a:spLocks noGrp="1"/>
          </p:cNvSpPr>
          <p:nvPr>
            <p:ph type="body" sz="quarter" idx="24"/>
          </p:nvPr>
        </p:nvSpPr>
        <p:spPr/>
        <p:txBody>
          <a:bodyPr/>
          <a:lstStyle/>
          <a:p>
            <a:endParaRPr lang="en-US"/>
          </a:p>
        </p:txBody>
      </p:sp>
      <p:sp>
        <p:nvSpPr>
          <p:cNvPr id="10" name="Text Placeholder 9">
            <a:extLst>
              <a:ext uri="{FF2B5EF4-FFF2-40B4-BE49-F238E27FC236}">
                <a16:creationId xmlns:a16="http://schemas.microsoft.com/office/drawing/2014/main" id="{68727A85-BC21-CAC5-376A-95D70E1323D3}"/>
              </a:ext>
            </a:extLst>
          </p:cNvPr>
          <p:cNvSpPr>
            <a:spLocks noGrp="1"/>
          </p:cNvSpPr>
          <p:nvPr>
            <p:ph type="body" sz="quarter" idx="25"/>
          </p:nvPr>
        </p:nvSpPr>
        <p:spPr/>
        <p:txBody>
          <a:bodyPr/>
          <a:lstStyle/>
          <a:p>
            <a:endParaRPr lang="en-US"/>
          </a:p>
        </p:txBody>
      </p:sp>
      <p:sp>
        <p:nvSpPr>
          <p:cNvPr id="11" name="Text Placeholder 10">
            <a:extLst>
              <a:ext uri="{FF2B5EF4-FFF2-40B4-BE49-F238E27FC236}">
                <a16:creationId xmlns:a16="http://schemas.microsoft.com/office/drawing/2014/main" id="{0047C6CD-5D3A-A3B0-F148-F119B2ECFD40}"/>
              </a:ext>
            </a:extLst>
          </p:cNvPr>
          <p:cNvSpPr>
            <a:spLocks noGrp="1"/>
          </p:cNvSpPr>
          <p:nvPr>
            <p:ph type="body" sz="quarter" idx="26"/>
          </p:nvPr>
        </p:nvSpPr>
        <p:spPr/>
        <p:txBody>
          <a:bodyPr/>
          <a:lstStyle/>
          <a:p>
            <a:endParaRPr lang="en-US"/>
          </a:p>
        </p:txBody>
      </p:sp>
      <p:sp>
        <p:nvSpPr>
          <p:cNvPr id="12" name="Text Placeholder 11">
            <a:extLst>
              <a:ext uri="{FF2B5EF4-FFF2-40B4-BE49-F238E27FC236}">
                <a16:creationId xmlns:a16="http://schemas.microsoft.com/office/drawing/2014/main" id="{359E86EF-5736-3312-8EDC-8E40A1E3D687}"/>
              </a:ext>
            </a:extLst>
          </p:cNvPr>
          <p:cNvSpPr>
            <a:spLocks noGrp="1"/>
          </p:cNvSpPr>
          <p:nvPr>
            <p:ph type="body" sz="quarter" idx="27"/>
          </p:nvPr>
        </p:nvSpPr>
        <p:spPr/>
        <p:txBody>
          <a:bodyPr/>
          <a:lstStyle/>
          <a:p>
            <a:endParaRPr lang="en-US"/>
          </a:p>
        </p:txBody>
      </p:sp>
      <p:sp>
        <p:nvSpPr>
          <p:cNvPr id="13" name="Text Placeholder 12">
            <a:extLst>
              <a:ext uri="{FF2B5EF4-FFF2-40B4-BE49-F238E27FC236}">
                <a16:creationId xmlns:a16="http://schemas.microsoft.com/office/drawing/2014/main" id="{5DA28AA4-85A2-5748-5E15-9E2F696B6C57}"/>
              </a:ext>
            </a:extLst>
          </p:cNvPr>
          <p:cNvSpPr>
            <a:spLocks noGrp="1"/>
          </p:cNvSpPr>
          <p:nvPr>
            <p:ph type="body" sz="quarter" idx="28"/>
          </p:nvPr>
        </p:nvSpPr>
        <p:spPr/>
        <p:txBody>
          <a:bodyPr/>
          <a:lstStyle/>
          <a:p>
            <a:endParaRPr lang="en-US"/>
          </a:p>
        </p:txBody>
      </p:sp>
      <p:sp>
        <p:nvSpPr>
          <p:cNvPr id="14" name="Text Placeholder 13">
            <a:extLst>
              <a:ext uri="{FF2B5EF4-FFF2-40B4-BE49-F238E27FC236}">
                <a16:creationId xmlns:a16="http://schemas.microsoft.com/office/drawing/2014/main" id="{0FD66A4C-84B3-6F90-64FE-AB4D77D80DB9}"/>
              </a:ext>
            </a:extLst>
          </p:cNvPr>
          <p:cNvSpPr>
            <a:spLocks noGrp="1"/>
          </p:cNvSpPr>
          <p:nvPr>
            <p:ph type="body" sz="quarter" idx="29"/>
          </p:nvPr>
        </p:nvSpPr>
        <p:spPr/>
        <p:txBody>
          <a:bodyPr/>
          <a:lstStyle/>
          <a:p>
            <a:endParaRPr lang="en-US"/>
          </a:p>
        </p:txBody>
      </p:sp>
      <p:sp>
        <p:nvSpPr>
          <p:cNvPr id="15" name="Text Placeholder 14">
            <a:extLst>
              <a:ext uri="{FF2B5EF4-FFF2-40B4-BE49-F238E27FC236}">
                <a16:creationId xmlns:a16="http://schemas.microsoft.com/office/drawing/2014/main" id="{81DBCFA9-CDA7-C477-CE87-A9011336F789}"/>
              </a:ext>
            </a:extLst>
          </p:cNvPr>
          <p:cNvSpPr>
            <a:spLocks noGrp="1"/>
          </p:cNvSpPr>
          <p:nvPr>
            <p:ph type="body" sz="quarter" idx="30"/>
          </p:nvPr>
        </p:nvSpPr>
        <p:spPr/>
        <p:txBody>
          <a:bodyPr/>
          <a:lstStyle/>
          <a:p>
            <a:endParaRPr lang="en-US"/>
          </a:p>
        </p:txBody>
      </p:sp>
      <p:sp>
        <p:nvSpPr>
          <p:cNvPr id="16" name="Text Placeholder 15">
            <a:extLst>
              <a:ext uri="{FF2B5EF4-FFF2-40B4-BE49-F238E27FC236}">
                <a16:creationId xmlns:a16="http://schemas.microsoft.com/office/drawing/2014/main" id="{A269E505-0383-D244-49D1-BF153F5FD03C}"/>
              </a:ext>
            </a:extLst>
          </p:cNvPr>
          <p:cNvSpPr>
            <a:spLocks noGrp="1"/>
          </p:cNvSpPr>
          <p:nvPr>
            <p:ph type="body" sz="quarter" idx="150"/>
          </p:nvPr>
        </p:nvSpPr>
        <p:spPr/>
        <p:txBody>
          <a:bodyPr/>
          <a:lstStyle/>
          <a:p>
            <a:endParaRPr lang="en-US"/>
          </a:p>
        </p:txBody>
      </p:sp>
      <p:sp>
        <p:nvSpPr>
          <p:cNvPr id="17" name="Text Placeholder 16">
            <a:extLst>
              <a:ext uri="{FF2B5EF4-FFF2-40B4-BE49-F238E27FC236}">
                <a16:creationId xmlns:a16="http://schemas.microsoft.com/office/drawing/2014/main" id="{C0576DFF-279F-E33E-FA6D-C49DDF482A03}"/>
              </a:ext>
            </a:extLst>
          </p:cNvPr>
          <p:cNvSpPr>
            <a:spLocks noGrp="1"/>
          </p:cNvSpPr>
          <p:nvPr>
            <p:ph type="body" sz="quarter" idx="184"/>
          </p:nvPr>
        </p:nvSpPr>
        <p:spPr/>
        <p:txBody>
          <a:bodyPr/>
          <a:lstStyle/>
          <a:p>
            <a:endParaRPr lang="en-US"/>
          </a:p>
        </p:txBody>
      </p:sp>
      <p:sp>
        <p:nvSpPr>
          <p:cNvPr id="18" name="Text Placeholder 17">
            <a:extLst>
              <a:ext uri="{FF2B5EF4-FFF2-40B4-BE49-F238E27FC236}">
                <a16:creationId xmlns:a16="http://schemas.microsoft.com/office/drawing/2014/main" id="{9190EA16-43BB-5CC9-D5A7-6B7A83406F97}"/>
              </a:ext>
            </a:extLst>
          </p:cNvPr>
          <p:cNvSpPr>
            <a:spLocks noGrp="1"/>
          </p:cNvSpPr>
          <p:nvPr>
            <p:ph type="body" sz="quarter" idx="185"/>
          </p:nvPr>
        </p:nvSpPr>
        <p:spPr/>
        <p:txBody>
          <a:bodyPr/>
          <a:lstStyle/>
          <a:p>
            <a:endParaRPr lang="en-US"/>
          </a:p>
        </p:txBody>
      </p:sp>
    </p:spTree>
    <p:extLst>
      <p:ext uri="{BB962C8B-B14F-4D97-AF65-F5344CB8AC3E}">
        <p14:creationId xmlns:p14="http://schemas.microsoft.com/office/powerpoint/2010/main" val="4233557111"/>
      </p:ext>
    </p:extLst>
  </p:cSld>
  <p:clrMapOvr>
    <a:masterClrMapping/>
  </p:clrMapOvr>
</p:sld>
</file>

<file path=ppt/theme/theme1.xml><?xml version="1.0" encoding="utf-8"?>
<a:theme xmlns:a="http://schemas.openxmlformats.org/drawingml/2006/main" name="PosterPresentations.com-36x60-Template-V3">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Without Quick Guide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3.xml><?xml version="1.0" encoding="utf-8"?>
<a:theme xmlns:a="http://schemas.openxmlformats.org/drawingml/2006/main" name="1_Classic 3 Columns">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4.xml><?xml version="1.0" encoding="utf-8"?>
<a:theme xmlns:a="http://schemas.openxmlformats.org/drawingml/2006/main" name="Classic - Wide Center">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1400" dirty="0">
            <a:latin typeface="Times New Roman" panose="02020603050405020304" pitchFamily="18" charset="0"/>
            <a:cs typeface="Times New Roman" panose="02020603050405020304" pitchFamily="18" charset="0"/>
          </a:defRPr>
        </a:defPPr>
      </a:lstStyle>
    </a:tx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PosterPresentations.com-36x60-Template-V3</Template>
  <TotalTime>287</TotalTime>
  <Words>0</Words>
  <Application>Microsoft Macintosh PowerPoint</Application>
  <PresentationFormat>Custom</PresentationFormat>
  <Paragraphs>0</Paragraphs>
  <Slides>1</Slides>
  <Notes>0</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vt:i4>
      </vt:variant>
    </vt:vector>
  </HeadingPairs>
  <TitlesOfParts>
    <vt:vector size="10" baseType="lpstr">
      <vt:lpstr>Arial</vt:lpstr>
      <vt:lpstr>Arial Black</vt:lpstr>
      <vt:lpstr>Calibri</vt:lpstr>
      <vt:lpstr>Times New Roman</vt:lpstr>
      <vt:lpstr>Trebuchet MS</vt:lpstr>
      <vt:lpstr>PosterPresentations.com-36x60-Template-V3</vt:lpstr>
      <vt:lpstr>Without Quick Guides</vt:lpstr>
      <vt:lpstr>1_Classic 3 Columns</vt:lpstr>
      <vt:lpstr>Classic - Wide Center</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CanterburyMedia</dc:creator>
  <cp:lastModifiedBy>James Lamkin</cp:lastModifiedBy>
  <cp:revision>42</cp:revision>
  <dcterms:created xsi:type="dcterms:W3CDTF">2012-02-06T18:46:22Z</dcterms:created>
  <dcterms:modified xsi:type="dcterms:W3CDTF">2025-04-28T02:15:04Z</dcterms:modified>
</cp:coreProperties>
</file>